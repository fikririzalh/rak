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09:19:00.4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0,'561'232'0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09:19:23.86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16791 1069 0,'10620'-318'0,"-19294"-432"0,17348 1500 0,-36080-1363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09:19:44.34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0,'25994'0'0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19:49.9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0 522,'1729'-56,"-1075"26,-565 26,1031-66,-1009 57,87-9,276-49,-117 11,493-11,-824 69,0 2,-1 0,1 2,0 1,-1 1,1 1,-1 2,34 12,-17-3,1-2,1-2,53 8,-24-10,95-1,-76-10,-1-5,140-26,179-62,-159 33,-199 50,0 3,0 2,100 1,7 8,88 3,-100 6,-71-4,-1-3,79-6,9-24,-117 15,0 3,0 1,68 2,609 62,-675-53,-1 3,1 2,-2 2,66 26,-60-15,1-3,1-1,0-4,74 13,-49-20,130-3,84-21,-139 6,243-6,2 28,192 64,-10 35,-48 30,-45-6,-236-95,-111-8,1033 154,-856-169,-241-19,0-3,80-15,-70-1,-60 13,1 2,-1 1,52-4,459 17,-434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19:52.22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1 511,'333'-9,"360"-58,307-101,-545 83,-52 14,-78 20,-85 17,-212 31,212-19,-219 23,0 1,0 1,-1 1,1 0,-1 2,0 0,32 15,8 3,379 101,11-39,-365-73,6 0,0 4,113 36,-32 25,-128-55,1-2,88 28,-97-41,0-2,0-1,0-2,1-2,0-1,-1-1,52-10,253-72,-270 63,154-44,593-150,-712 198,0 4,113 2,-27 2,184-28,78-5,-429 39,1 2,-1 0,1 2,0 1,-1 1,0 1,0 1,0 1,-1 1,25 13,47 26,3-3,120 35,-137-59,-45-12,0 2,-1 1,54 24,-54-16,8 4,0-2,53 16,14-4,147 22,123-1,77 13,-426-61,0 1,0 2,-1 1,0 1,54 28,-57-24,1-1,1-1,46 13,93 14,-122-30,58 13,1-4,172 8,368-28,-290-1,-313 2,108 0,157-21,-217 11,-55 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19:56.16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1 697,'262'-15,"-11"-15,88-12,1444-137,-1362 157,-61 9,-68 8,-276 5,319 13,-296-9,0 2,-1 2,0 2,0 1,-1 2,47 23,3 12,-39-21,73 30,79 10,43 16,144 49,7-28,-30-9,-312-82,1-2,80 6,99-9,-148-6,541-18,-171 0,181 16,-273 1,338-52,-14-1,-253 52,102-1,-3-34,-244-4,339-91,-515 95,-75 22,1 2,0 1,68-9,274 12,-262 8,2603 6,-2040-29,-473 3,264-59,191-116,-226 58,21 35,482-13,-718 91,219-17,-272 37,-142 5,0 0,0 2,0 1,30 10,16 7,82 12,77 1,-126-20,-97-14,-1 1,1 0,0 0,-1 1,0 0,0 1,11 6,-5-1,-1 1,0 0,11 13,-10-10,0-1,0 0,1-1,1-1,0 0,0-1,1-1,0-1,0 0,1-1,0-1,0 0,0-1,29 1,-37-5,-1 1,1-1,-1 2,1-1,-1 1,1 1,-1 0,0 0,0 1,-1 0,1 0,9 7,-9-4,0 0,0-1,0-1,1 1,0-1,0-1,0 0,1 0,16 3,-27-7,112 17,133 4,-223-21,0 1,0 0,0 2,-1 1,1 1,-1 0,0 2,34 15,-21-4,1-1,0-2,54 15,-49-16,-1 1,-1 1,0 3,50 32,-81-47,37 24,-8-5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19:59.75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1069,'21'1,"0"1,40 8,-60-10,156 25,1-6,179-3,323-46,-123-33,596-148,504-250,-1437 395,427-128,-484 157,2 7,206-16,-213 42,192 20,-204-7,1164 68,-966-59,624 11,-23-16,-252-2,-111 0,-2 30,-240 6,-56 4,-68-5,-57-8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01.51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1308,'25'-4,"-11"-1,233-67,1-3,89-22,81-19,63-8,1141-212,-1126 260,-56 31,-56 36,-59 22,314 82,-410-63,-181-30,0-1,88-13,243-69,-8-33,-180 54,-139 44,378-99,-395 109,1 2,61 1,69 13,0 1,352-27,6 0,103 70,-253-13,-247-35,127-10,481-79,-548 58,47-6,-80 10,-151 20,52-5,-55 6,0 0,0 0,0 0,0 0,0 1,0-1,0 0,0 0,0 0,0 0,0 0,0 0,0 0,0 0,0 0,0 0,-1 1,1-1,0 0,0 0,0 0,0 0,0 0,0 0,1 0,-1 0,0 0,0 1,0-1,0 0,0 0,0 0,0 0,0 0,0 0,0 0,0 0,0 0,0 0,0 0,0 0,0 1,0-1,0 0,1 0,-1 0,0 0,0 0,0 0,0 0,-25 11,-46 14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04.33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2048,'38'-14,"243"-51,-179 44,271-55,1878-304,-1985 350,-252 28,188-13,-158 14,0 3,66 10,-91-9,40 8,1-3,1-2,93-3,56-25,219-52,24-4,266-1,-507 68,297 24,231 76,-643-72,-1 4,-1 4,150 62,-161-54,2-4,1-3,162 25,-114-34,255-1,-46-41,-2-23,47-4,600 15,-758 38,261-31,2-32,69-8,184-23,-664 82,-23 4,-1-3,77-22,25-24,80-24,-138 54,1 5,0 4,182-5,-255 22,0 2,0 1,0 1,40 12,116 46,-168-54,100 31,1-5,2-5,240 24,381-22,-730-31,277 11,-220-4,-1 2,76 21,-77-10,-36-10,1-1,36 5,84-1,180-8,-248-6,-20 0,-1-3,1-2,-1-4,93-25,33-25,213-52,-82 68,-284 40,55-15,-79 16,771-215,-17-45,-655 224,-17 6,101-50,124-66,-59 30,-224 101,161-71,-169 78,1 1,1 2,-1 1,59-6,-64 14,0 0,0 2,0 1,0 2,43 14,0-1,-57-16,85 21,177 23,364-39,-603-9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06.82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1 822,'4'0,"1"-1,0 0,-1 0,1 0,-1-1,1 1,5-4,7-2,27-5,0 0,1 3,1 2,64-2,193 11,-287-2,206 14,58 17,1125 244,-27 107,-1184-323,98 27,-211-69,-51-12,0 1,34 13,28 15,2-5,161 29,-75-35,0-7,341-16,363-87,-374 29,-360 48,236 15,-256 0,1-6,-1-6,213-37,453-170,-560 127,290-151,-77 43,8 31,858-259,-1060 343,494-111,-640 170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08.82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1 721,'219'0,"8"0,80-1,919-48,-995 31,489-31,2 58,-138 68,-8 38,-56-11,5-27,-293-59,414-23,221-105,-231-19,-31 5,1 30,-486 80,558-86,-128-42,-11-19,-437 130,64-21,-40 10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09.98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1 114,'356'0,"943"15,-1056 2,-1 10,472 118,68 81,-32-7,15-48,-450-125,1-13,1-14,591-42,-324-36,90-8,-516 54,355-33,4-22,-112-11,1212-399,-1374 385,-95 27,-112 42,-36 24,1 0,-1 0,0 0,1 0,-1-1,0 1,1 0,-1 0,0 0,0-1,1 1,-1 0,0 0,0-1,0 1,1 0,-1 0,0-1,0 1,0 0,0-1,0 1,0 0,1-1,-1 1,0 0,0-1,0 1,0 0,0-1,0 1,0 0,0-1,-1 1,1 0,0-1,0 1,0 0,0-1,0 1,0 0,-1-1,1 1,-6-1,0 0,1 0,-1 1,0 0,0 0,0 0,0 1,1 0,-8 2,-144 30,-33 13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10.85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0 432,'110'-7,"126"-10,151-4,108 3,222 3,535-21,-924 20,-145 10,336 33,-384-11,476 32,-450-53,-1-7,301-62,-266 25,357-140,-416 132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12.20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0 989,'17'0,"0"1,25 4,5 1,124 15,91 12,81 11,-272-36,1138 148,-28 2,-671-102,-1-38,144-70,-2-47,110-13,40 64,-451 56,50 0,-2-27,-227-4,-1-8,325-104,311-174,-499 184,562-191,-627 243,411-69,-576 130,142-2,-194 16,-1 1,0 1,0 1,45 16,18 4,-2-10,110 5,-118-15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13.23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1243,'7'-3,"-1"0,1 1,-1 0,9-2,21-5,289-110,-25-3,79-34,621-222,15 25,-969 337,133-39,-148 49,0 0,0 2,50 0,-73 5,-10 6,-9 6,-1-1,-17 12,-114 88,-90 52,-25 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13.80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1 781,'22'-5,"87"-19,103-23,110-24,91-30,42-14,5-4,-19 13,-51 24,-64 26,-76 23,-69 16,-66 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15.27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0 960,'268'0,"-12"0,90 0,674-23,-3-26,-743 35,-186 10,100-4,-141 9,0 2,50 10,174 56,-92-18,-21-17,2-6,195 9,-149-30,266-25,202-77,-17-57,487-83,-836 193,1 14,1 13,0 13,460 58,-670-45,1-3,-1-6,192-18,276-87,-433 75,70-16,390-61,-534 102,112 10,-110-2,86-4,-20-14,-1-6,246-70,-351 82,0-1,0 0,-1-2,24-15,-43 23,0 0,1 0,-1 0,0-1,0 1,-1-1,1 0,-1 0,4-4,-6 6,1 0,-1 0,0 1,0-1,1 0,-1 0,0 0,0 0,0 0,0 0,0 0,0 1,0-1,0 0,0 0,0 0,-1 0,1 0,-1-1,0 1,0-1,0 0,0 1,-1-1,1 0,-1 1,1 0,-1-1,1 1,-1 0,0 0,-2-1,-14-6,0 1,0 1,-30-7,-92-15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16.67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1 741,'176'0,"26"-6,76-3,595-53,-1-32,-859 93,250-27,49 4,-227 22,133 15,-56 9,-2 7,-1 8,161 58,-235-67,0-4,2-4,168 18,25-19,342-21,-402-14,-1-9,233-58,-90-14,-19 5,-280 80,119-7,-14 3,38-21,673-173,-134 28,-555 146,-144 30,90 0,-90 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23.24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1 921,'13'0,"0"1,18 4,20 1,266 8,-35 0,93 3,577 9,8-43,693-85,-215-7,-1265 97,1251-108,-1423 120,900-113,-4-28,256-14,-573 137,-543 20,1 1,-1 1,0 3,-1 1,55 19,-56-16,1-1,0-1,1-3,0-1,0-1,0-2,0-2,0-2,42-6,91-24,176-57,101-21,-411 103,1 2,-1 2,1 1,48 3,103 12,212-15,153-34,-229 13,-190 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24.91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1000,'162'-17,"34"-12,103-20,92-5,70 1,1037-75,-880 124,-10 66,32 73,71 11,-486-118,1-10,1-9,287-27,507-105,-102 8,-872 111,0 1,0 3,0 1,90 16,-74-7,0-2,92-1,-61-11,103-16,73-22,506-96,395-58,-1166 196,342-32,-299 31,-1 3,1 2,-1 1,0 3,56 17,-77-17,0-1,1-1,-1-2,1 0,0-2,0-1,39-3,15-8,-1-3,114-36,153-67,-302 100,-11 3,438-143,-380 132,0 4,1 4,120-6,-94 22,-71 1,1-2,74-10,-93 2,-9-1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26.17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1258,'46'-1,"-1"-3,71-14,-57 7,192-35,78-21,1689-423,-1727 417,-235 59,205-46,-194 49,122-7,12 28,-58-1,790-32,369-96,-626 51,3 42,-653 27,0-1,1-1,-1-2,0-1,-1-1,1 0,44-18,158-84,-126 57,-36 19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27.74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1264,'207'0,"14"0,92-3,80-14,528-58,218-12,-551 89,-405 12,214 44,131 69,-138-30,10-24,-212-54,1-7,0-9,0-8,316-49,97-74,-7-31,-67 17,-253 76,-269 65,249-51,-172 39,86-2,-122 15,69 9,7 1,-61-12,0-3,0-2,70-18,494-131,-4-34,-26 8,-355 122,-194 52,1 2,0 2,51 3,12 6,352-2,44-64,-2-32,-220 39,-232 44,93-4,-109 14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29.70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1487,'54'-11,"239"-64,-67 13,339-75,168-25,756-119,18 87,-994 160,-104 32,-90 24,134 54,-65-9,-124-41,1-12,277-21,-20-52,-3-38,-497 93,440-99,-33 8,8 23,826-35,-1083 94,131-19,-235 24,100 3,15-1,226-50,155-11,11 64,-531 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31.54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1322,'254'-47,"44"-9,121-9,97 5,749 4,-939 68,607 100,-600-41,-67-4,-158-37,191 48,-210-59,130 9,-6-21,59-23,69-29,339-80,-2-23,201-41,-869 187,303-48,-257 47,104 9,-97-2,90-4,60-25,73-23,552-136,236-43,-823 194,-57 9,30-10,59-10,-259 40,1067-155,5 48,-717 110,-114 5,-258-4,26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33.45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1001,'169'-3,"191"-29,-100-5,56-16,420-68,3 31,-455 68,81 6,-233 27,-19 0,-9-11,169-23,-134 8,1646-58,-1656 70,201-29,125-51,-218 37,475-57,-310 98,-160 6,44-10,737-98,-397 32,-535 65,25-2,160 2,-215 15,86 17,5 1,427-7,-6-59,-243-4,-224 27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35.0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1 748,'24'0,"43"-6,-5-1,163-17,119-26,90-26,1298-326,-1711 396,326-87,-4 33,-180 45,2 7,-1 7,1 8,214 36,-307-29,0 3,126 48,-139-42,1-2,1-4,1-2,1-2,0-4,87 3,-91-8,0 3,111 26,-1 1,-94-24,-11-4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38.18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0 399,'21'-1,"0"-1,-1 0,27-7,13-3,459-87,155-25,-583 112,0 4,0 4,0 4,140 18,-135-6,128 1,-187-12,1 3,-1 1,48 14,49 6,24-13,192-10,-171-5,-68 4,108-3,-181-2,-1-2,1-2,35-12,24-5,265-39,-316 55,87-30,-91 25,1 1,47-7,-37 15,0 1,1 3,-1 2,62 9,253 14,0-23,-316-1,-34-1,1-1,-1 0,30-9,-24 6,-6 2,-1 0,0 2,1 0,-1 1,27 4,90 20,-110-19,197 47,-24-6,-138-35,91 5,60-11,-166-5,643-22,-481 12,-121 10,127 16,-25 0,-88-15,0-5,-1-4,1-4,150-39,-224 45,-5 0,0 2,27-4,-40 8,-1-1,0 1,1 1,-1-1,0 1,0 0,0 1,0-1,0 1,0 1,11 5,3 5,-1 1,0 1,33 35,8 6,-41-41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39.69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66,'383'-8,"-8"-9,-242 11,754-28,4 46,-563 15,-95 8,-189-26,-1 1,0 3,74 31,-89-30,1-2,1-1,-1-2,1-1,1-1,56 5,390 5,117 12,-108 71,-9 42,170 42,-403-135,354 26,257-60,-744-18,256-16,584-126,397-78,-669 109,36-1,-516 89,-132 17,93-25,-101 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0.68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0 437,'12'-1,"-1"1,1-1,-1-1,16-4,28-5,174-28,127-21,96-14,988-121,-1083 161,-95 21,-208 13,93 10,-121-6,-1 2,0 0,-1 2,0 1,38 19,-32-13,139 67,-130-67,0-1,68 14,-14-13,1-4,0-4,0-5,126-12,377-71,-525 69,33-6,158-22,-230 37,1 0,52 5,-67 0,0 1,-1 0,1 2,-1 0,33 15,5 7,-15-7,51 17,-34-19,0-4,86 12,130-3,-33-16,339-34,234-75,-54 5,-543 80,40-5,-161 10,-53 4,-43 8,0 0,0 0,0 0,0 0,1 0,-1 0,0 0,0 0,0 0,0 0,1 0,-1 0,0 0,0 0,0 0,0 0,0 0,1 0,-1 0,0 0,0 0,0 0,0-1,0 1,0 0,1 0,-1 0,0 0,0 0,0 0,0 0,0-1,0 1,0 0,0 0,0 0,0 0,0 0,1 0,-1-1,0 1,0 0,0 0,0 0,0 0,0-1,0 1,0 0,0 0,-1 0,-17-4,-36-1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1.83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0 392,'187'-39,"9"4,1076-223,-1223 248,178-35,-214 43,0 1,0 0,0 0,0 2,1 0,12 2,-3 3,0 0,32 15,30 11,2-4,109 20,180 12,-83-15,-261-39,-1 1,0 2,0 1,-1 1,0 1,49 30,-21-9,2-2,1-3,123 38,423 137,-209-42,-362-147,412 146,31-53,-404-93,-57-10,-3 0,0-1,0-1,21 0,-32-2,0 0,0-1,0 1,1-1,-1 0,0 0,-1 0,1-1,0 0,0 1,0-1,-1 0,1-1,-1 1,0-1,5-5,36-42,-25 28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3.98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0 256,'17'0,"0"0,-1-2,25-4,-5-1,538-126,-247 50,-312 80,11-4,1 2,52-5,-72 10,0 0,0 1,0-1,0 1,0 0,0 1,0 0,-1 0,1 1,-1-1,1 1,-1 1,0-1,0 1,0 0,4 5,45 47,-36-35,1-1,32 26,-23-27,0-1,54 25,69 17,11 6,143 111,-72-12,-67-29,11 9,-128-108,92 50,133 50,-271-135,0 0,0 0,0 0,0-1,0 1,1-1,-1 0,0 0,7 0,-10-1,1 0,0-1,-1 1,1-1,0 1,-1-1,1 1,-1-1,1 0,-1 0,0 0,1 0,-1 0,0 0,1 0,-1 0,0 0,0-1,0 1,0 0,0-1,0 1,-1-1,1 1,0-1,-1 1,1-4,1-1,0-1,-1 1,0-1,0 1,-1-1,0 0,0 1,-1-1,-1-8,-3-9,-10-29,2 10,-9-82,20 96,-2 1,-2 1,0-1,-2 1,-1 0,-12-27,-3 10,-23-48,37 72,0 0,-2 0,0 1,-24-27,-64-59,40 44,40 37,20 24,1 0,-1 0,0 0,0 0,0 0,0 0,0 0,0 0,0 0,1 0,-1 0,0 0,0 0,0 0,0 0,0 0,0 0,0 0,0 0,1 0,-1 0,0 0,0 0,0-1,0 1,0 0,0 0,0 0,0 0,0 0,0 0,0 0,0 0,0-1,0 1,0 0,1 0,-1 0,0 0,0 0,0 0,0 0,0-1,-1 1,1 0,0 0,0 0,0 0,0 0,0 0,0-1,15 10,0 0,-1 0,25 22,19 13,-31-28,0-2,0 0,1-2,30 9,120 21,-149-35,-1 1,0 2,50 24,-48-21,10 2,-32-13,0 1,0-1,0 2,-1-1,1 1,-1 0,11 8,-9 3,-8-1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5.12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1 783,'12'0,"1"0,0-1,-1-1,14-3,8-1,124-26,93-20,89-14,94-9,84 5,348-6,1643 70,-2280 20,784 33,6-73,-250-66,2-32,-281 43,-49 18,-73 19,-77 23,-224 20,122 12,-141-4,0 3,0 2,51 20,-25-6,0-4,148 24,-170-39,1-3,0-2,0-3,-1-1,60-12,-105 13,48-12,-53 13,-1-1,1 0,0 1,0-1,0 0,0 0,-1 0,1 0,0 0,-1 0,1 0,-1-1,1 1,-1-1,0 1,0-1,1 1,-1-1,0 0,0 1,1-5,-2 4,0-1,-1 1,1 0,-1-1,1 1,-1 0,0 0,0-1,0 1,0 0,0 0,-1 0,1 0,-1 0,-2-2,-36-37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6.26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1 475,'18'-8,"237"-61,14 13,100-14,499-74,10 38,-538 84,-226 23,0 4,0 6,-1 4,-1 5,123 39,86 37,307 79,-288-109,641 40,361-118,-603-71,-14-44,-266 44,979-112,-1421 193,65-6,129 4,-182 7,0 2,43 11,12 3,42-3,221-2,-267-13,51 0,-27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7.28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0 837,'183'0,"99"0,141 0,105 0,-307 0,825-6,0-40,-599 6,-89 2,-93 7,-168 19,108-10,-134 20,0 4,133 21,-13-1,70-14,89-24,85-28,261-55,4-21,-184 30,-159 33,-86 25,-219 28,1 3,64 5,-92-1,0 1,0 2,-1 0,0 1,0 2,34 17,-16-5,89 32,-100-44,1-2,1-1,60 4,131-15,64-29,149-39,196-27,-289 60,-58 12,-98 5,-181 21,0 1,0-1,0 0,0 0,9-6,-16 8,1 0,-1 0,1 0,-1-1,0 1,1 0,-1 0,1-1,-1 1,1 0,-1-1,0 1,1-1,-1 1,0 0,1-1,-1 1,0-1,0 1,0-1,1 1,-1-1,0 1,0-1,0 1,0-1,0 1,0-1,0 1,0-1,0 1,0-1,0 1,0-1,0 1,0-1,-1 1,1-1,-4-3,-1 0,0 1,1-1,-1 1,-1 1,1-1,0 1,0-1,-1 2,-6-3,-109-29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8.34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1 950,'192'2,"57"8,126 4,109-7,79-18,612-103,-6-75,-741 115,-87 25,-234 40,152 5,98 36,-354-32,363 42,6-22,-152-26,231-37,218-66,205-24,-328 122,-291 14,64-11,613-88,-9-64,-735 122,-64 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49.45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2063,'33'0,"40"-6,-1-2,221-18,149-24,121-35,756-157,128-21,-1183 224,-115 24,-119 14,-1 1,48 6,-54-2,-1 2,0 0,38 16,-17-5,9 0,1-1,101 15,118-5,25-12,705-58,0-101,1023-328,318-173,-2047 571,150-14,-362 79,0 3,1 4,111 9,-155-1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0.76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1446,'15'0,"-1"-1,0 0,16-4,16-2,153-25,105-21,76-19,1055-256,-669 145,121 9,-652 142,431-2,-38 68,-121-4,1-34,-262-20,241-55,233-87,-292 63,-228 66,240-15,-199 29,-217 20,543-38,-349 40,642-29,-490 14,-159 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2.21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1,'8'0,"0"1,0 0,12 4,10 1,664 90,-430-67,53-4,505 9,-32-2,-411-6,-63 1,-79-1,-220-24,54 7,109 26,-17 22,-10-14,81 12,96 8,640 47,6-78,-646-39,-292 4,-28 2,0 0,-1 0,1 1,0 1,17 2,-24-2,0 0,0 0,-1 1,1-1,0 1,0 0,-1 0,1 0,-1 0,0 0,0 0,0 1,0-1,2 4,16 15,-9-13,1-1,-1 0,2-1,-1 0,22 7,69 15,-89-25,29 6,0-2,64 3,88-11,-134 0,-45 2,1 0,-1 1,1 0,-1 2,29 9,78 38,-11-3,-98-43,144 45,-131-43,0-2,1 0,55 0,-14-7,-36-1,0 3,44 4,-66-2,0 0,-1 1,1 1,-1 0,0 0,0 1,14 9,61 49,-50-35,5 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2.37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60,'-5'-6,"-8"-6,-2-9,3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3.91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0,'364'29,"-340"-26,39 7,104 33,-88-21,415 117,-462-132,1-1,55 2,31 4,90 39,-4-1,-160-42,0-2,78 1,-106-8,0 0,0-2,0 0,29-10,64-30,-68 26,372-139,-146 79,-245 71,-1 1,1 0,40-1,-35 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5.39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2,'4'2,"0"1,1-1,0 0,-1 0,1-1,0 1,0-1,0 0,0-1,0 1,8-1,3 2,53 2,0-4,108-11,3-1,385 10,-281 4,-275-2,0 1,0 0,-1 0,1 1,-1 1,1-1,-1 1,0 1,0 0,0 0,12 8,4 6,0 1,21 23,14 11,-17-21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8.42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2282,'141'-23,"-89"12,174-35,111-20,104-22,91-21,2286-381,-2405 428,548-133,-334 20,7-2,11 20,179-14,186-41,-993 209,920-188,-638 144,351-11,-487 58,222 27,159 53,-70-8,835 21,-5-120,-1080 11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0:59.37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0 538,'80'-30,"0"4,116-21,242-31,204-8,155 0,2308-96,-2541 179,-92 16,-85 14,-92 8,64 29,-334-59,-1 1,0 2,0 0,-1 1,0 1,35 22,-18-8,2-1,1-2,47 16,129 32,-218-69,119 33,-14-8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0.25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1545,'97'-34,"136"-59,207-74,209-51,170-17,127 24,63 37,-35 34,-114 30,-165 32,-188 29,-171 24,-306 23,43-4,0 4,75 7,-94 3,-1 3,86 28,-57-14,28 5,1-5,2-4,0-6,139 2,-12 0,-200-11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0.95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1 256,'60'1,"107"-4,87-13,77-13,859-109,-885 100,-43 10,-87 23,-143 7,-1 1,1 2,37 10,123 49,38 11,-146-59,-1-3,165 3,168-30,-263 1,69-1,-211 13,0 2,0-1,0 1,17 5,-24-5,0 0,0 0,-1 1,1 0,0 0,-1 0,0 0,1 0,-1 0,0 1,0 0,-1 0,1 0,0 0,3 5,22 50,-17-34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2.04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1 397,'51'-1,"57"-7,-105 8,192-25,77-22,232-59,502-85,-1004 191,50-9,0 3,0 3,78 3,-117 1,-1 1,1 0,0 1,0 0,-1 1,0 1,0 0,0 0,0 1,-1 1,0-1,0 2,15 13,-11-8,1-2,1 1,0-2,0-1,1 0,0-1,0 0,1-2,0 0,37 5,-18-4,219 46,-96-18,0-6,2-8,1-6,0-8,180-16,108-44,-390 40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3.43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2,'112'-1,"127"3,-214 0,-1 1,0 1,0 2,40 14,86 44,-127-53,96 49,60 27,-154-77,0-1,0-2,1 0,0-2,39 3,-43-6,13-1,0 2,0 1,42 12,82 38,-108-34,0-3,2-1,67 10,-110-25,-1 0,1-1,0 0,-1 0,1-1,0-1,-1 1,1-1,-1-1,0 0,1 0,-1-1,-1 0,1-1,-1 0,0 0,0 0,0-1,10-11,-10 10,0 0,1 0,0 1,0 0,1 1,-1 0,1 0,0 1,0 1,1-1,14-1,1 1,21-3,-43 6,-1 0,1 0,-1 0,0-1,1 1,-1-1,0 0,0 0,0 0,3-3,-5 4,0 1,-1-1,1 0,0 0,-1 0,1 0,-1 0,1 0,-1-1,1 1,-1 0,0 0,0 0,1 0,-1 0,0-1,0 1,0 0,0 0,0 0,-1 0,1 0,0-1,-1 1,1 0,0 0,-2-2,-18-26,-17-9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4.60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2,'15'0,"42"-1,1 3,99 15,212 75,-298-68,-29-9,66 14,-51-20,87 2,58-12,-201 1,28-2,1-2,-1 0,0-3,-1 0,1-2,48-21,-39 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5.45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1,'0'0,"0"1,1 0,-1 0,0 0,1-1,-1 1,0 0,1 0,-1-1,1 1,0 0,-1-1,1 1,-1-1,1 1,0-1,0 1,-1-1,1 1,1 0,20 8,-17-7,24 8,1-2,0 0,0-2,61 4,130-9,-137-3,-55 0,0-1,51-13,-76 16,24-7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6.18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07.8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10.00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0,'5'0,"8"0,7 6,6 1,4 0,3-2,0-1,-4-1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10.65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1278,'179'-31,"-105"17,187-34,105-16,100-15,371-73,722-113,-1295 231,265-39,-3 1,-327 49,416-68,-592 85,31-12,8-3,113-26,106-12,102-2,957-55,-973 113,-91 16,-92 12,-168-21,-1-1,1 2,-1 0,24 11,-37-15,0 0,0 0,0 1,-1-1,1 0,0 1,-1-1,1 1,-1 0,0-1,3 5,-4-6,0 1,1 0,-1 0,0 0,0-1,0 1,0 0,0 0,0 0,0 0,0-1,0 1,0 0,0 0,0 0,-1-1,1 1,0 0,0 0,-1 0,0 0,-1 2,-1 0,1 0,-1-1,0 1,0-1,0 0,-1 0,1 0,0 0,-7 2,-23 8,0-2,-1-1,0-2,0-1,0-2,-1-1,-64-4,90 1,-1-1,1 0,-1-1,1 0,-16-6,20 6,0 0,0-1,0 0,1 0,-1 0,1 0,0-1,0 0,0 0,0 0,-2-4,-16-27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11.67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12.37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13.62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14.58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0 813,'33'7,"9"1,1-1,1-3,60 0,152-17,101-42,97-46,763-223,-228 58,-936 252,226-48,-275 61,55-5,-55 5,1 1,-1 1,1-1,-1 0,1 1,-1 0,0 0,1 1,3 1,-6-1,0-1,0 1,0-1,-1 1,1 0,0 0,-1 0,0 0,1 0,-1 0,0 0,0 0,0 0,0 1,-1-1,1 0,-1 1,1-1,-1 1,0-1,0 0,0 1,0-1,-1 5,-1 14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09:21:17.21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4614 452 0,'4614'-452'0,"-13842"452"0,13842 452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37.26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0 819,'117'-3,"0"-6,138-28,220-70,-403 89,1222-326,-1064 275,-131 38,169-46,-234 70,-30 7,-6 1,-59 14,-600 147,625-151,-1 1,1 3,1 1,-51 31,-85 49,-43 26,207-118,1-1,0 2,0-1,0 1,1 0,-7 7,12-12,-1 1,1-1,0 1,-1 0,1-1,0 1,0-1,0 1,-1 0,1-1,0 1,0 0,0-1,0 1,0 0,0 0,0-1,0 1,0 0,1-1,-1 1,0 0,0-1,1 1,-1-1,0 1,0 0,1-1,-1 1,1-1,-1 1,1-1,-1 1,1-1,-1 1,1-1,-1 0,1 1,0-1,-1 0,1 1,-1-1,1 0,1 1,6 2,1 0,0 0,0-1,0 0,13 1,55 2,-65-5,132 1,1-6,271-45,-107-9,110-20,-301 59,168-27,-190 36,101 2,43 13,306-12,-426-8,229-61,-310 67,214-60,315-70,-510 131,107-2,54 17,-53-1,-136-5,79 5,-96-3,1 0,-1 1,1 0,-1 1,25 12,17 14,-32-17,0-1,1 0,39 12,2-10,0-3,1-2,73 0,-87-6,-38-3,-1 2,22 4,-23 1,-12-7,1 1,-1-1,0 0,0 1,0-1,0 0,0 1,0-1,0 1,0-1,0 0,0 1,0-1,-1 0,1 1,0-1,0 0,0 1,0-1,-1 0,1 0,0 1,0-1,0 0,-1 1,1-1,0 0,0 0,-1 0,0 1,-8 4,0 1,-1-2,0 1,-13 3,-253 78,-18 7,285-90,-1 1,1 0,0 0,-17 12,26-16,0 0,-1 0,1 1,-1-1,1 0,0 1,-1-1,1 0,0 1,-1-1,1 0,0 1,0-1,-1 1,1-1,0 1,0-1,0 0,0 1,-1-1,1 1,0-1,0 1,0-1,0 1,0-1,0 1,0-1,0 1,1-1,-1 1,0-1,0 1,0-1,0 0,1 1,-1-1,0 1,0-1,1 0,-1 1,0-1,1 1,-1-1,0 0,1 0,-1 1,1-1,-1 0,0 0,1 1,-1-1,1 0,-1 0,1 0,-1 0,1 0,0 1,10 3,1-1,0 0,-1-1,15 2,262 18,11-17,-53-3,702 73,-903-71,-41-6,-12-2,-30-7,-1 2,-1 1,-41-3,39 6,-43-6,0 3,-1 4,0 4,0 4,-102 17,5 17,-27 5,156-35,0-2,-54-2,36-5,111 1,-8-2,287 2,318-7,-361-13,277-56,151-38,-467 68,-140 26,0-5,98-39,-133 43,-36 13,773-254,-611 216,-151 41,0 1,0 1,45 4,-73-1,158 13,-163-12,0-1,0 1,-1-1,1 1,0 0,0 0,4 2,-7-3,0 0,0 0,1 1,-1-1,0 0,0 0,0 0,1 0,-1 1,0-1,0 0,0 0,0 1,0-1,0 0,0 0,0 0,0 1,1-1,-1 0,0 0,0 1,0-1,0 0,0 0,0 1,0-1,-1 0,1 0,0 1,0-1,0 0,0 0,0 1,0-1,0 0,0 0,-1 0,1 1,0-1,0 0,0 0,0 0,-1 0,1 0,0 1,-1-1,-6 5,-1-1,-1 0,1 0,-13 4,-129 40,-466 105,66-19,519-126,-38 16,69-23,-1-1,0 0,0 1,0-1,0 1,0-1,1 1,-1-1,0 1,0 0,1-1,-1 1,0 0,1-1,-2 3,3-3,-1 0,0 1,0-1,0 0,0 1,0-1,1 0,-1 0,0 1,0-1,1 0,-1 0,0 1,0-1,1 0,-1 0,0 0,1 1,-1-1,0 0,1 0,-1 0,0 0,1 0,-1 0,0 0,1 0,-1 1,0-1,1-1,22 3,1-1,-1-1,43-6,-29 2,104-10,336-16,-424 28,1-3,58-13,-30 5,159-19,71-11,-283 40,0 0,1 2,32 3,87 15,-82-8,17 3,-63-5,-21-7,0 0,0 0,0 0,1 0,-1 0,0 0,0 0,0 0,0 0,0 0,0 0,1 0,-1 1,0-1,0 0,0 0,0 0,0 0,0 0,0 0,0 1,0-1,0 0,0 0,0 0,0 0,0 0,0 1,1-1,-1 0,0 0,-1 0,1 0,0 1,0-1,0 0,0 0,0 0,0 0,0 0,0 0,0 1,0-1,0 0,0 0,0 0,0 0,-1 0,1 0,0 1,0-1,0 0,0 0,0 0,0 0,-1 0,1 0,0 0,0 0,0 0,0 0,0 0,-1 0,1 0,-14 4,-1-1,1 0,-22 1,-143 14,-643 101,616-85,135-23,17-4,-94 26,145-32,0-1,0 1,0 0,0 1,0-1,0 0,1 1,-1 0,0 0,1 0,-1 0,1 0,-4 4,6-5,-1-1,1 1,0 0,0-1,0 1,0-1,0 1,0 0,0-1,0 1,0-1,0 1,0 0,0-1,0 1,0-1,1 1,-1 0,0-1,0 1,1-1,-1 1,0-1,1 1,0 0,1 1,1 1,-1-1,1 0,0 0,0-1,-1 1,6 2,16 5,-1-1,1 0,31 4,90 11,185 12,126 18,-393-42,16 3,1-3,99 1,-103-14,-1-3,1-3,88-22,-158 29,0-1,-1 0,1 0,-1 0,9-5,-14 7,1 0,-1 0,0 0,0 0,0-1,0 1,1 0,-1 0,0 0,0 0,0 0,0-1,0 1,0 0,1 0,-1 0,0-1,0 1,0 0,0 0,0 0,0 0,0-1,0 1,0 0,0 0,0-1,0 1,0 0,0 0,0 0,0-1,0 1,0 0,0 0,0 0,-1 0,1-1,0 1,0 0,0 0,0 0,0 0,0-1,-1 1,1 0,0 0,0 0,-1 0,-25-8,-42 0,-89 1,126 6,-356-1,65 0,290 2,13 1,0-2,0 0,0-1,-20-5,39 7,1 0,-1 0,0 0,0 0,0 0,0 0,0-1,0 1,1 0,-1 0,0 0,0 0,0 0,0-1,0 1,0 0,0 0,0 0,0 0,0-1,0 1,0 0,0 0,0 0,0 0,0-1,0 1,0 0,0 0,0 0,0 0,0 0,0-1,0 1,0 0,-1 0,1 0,0 0,0 0,0-1,0 1,0 0,0 0,-1 0,1 0,0 0,0 0,0 0,0 0,0 0,-1-1,1 1,0 0,0 0,17-6,1 1,0 0,0 1,0 1,26-2,-20 3,472-15,-326 19,187-24,-298 13,-1-3,76-26,107-52,89-27,-314 113,-1 0,1 1,0 0,0 1,0 1,1 0,-1 2,0 0,27 5,155 42,34 7,-78-29,1-8,235-1,316-66,-685 47,-10 1,0 0,-1 0,1-2,-1 1,20-8,-29 10,0-1,0 1,0-1,0 1,0-1,0 0,0 1,0-1,0 0,0 0,-1 0,1 1,0-1,0 0,-1 0,1 0,-1 0,1 0,-1 0,1 0,-1-1,0 1,1 0,-1 0,0 0,0-2,0 1,0 0,-1-1,0 1,1 0,-1 0,0 0,0 0,0 0,-1 0,1 0,0 0,-3-2,-4-4,0 0,0 1,0 0,-16-9,-72-39,73 41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48.817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0 426,'43'0,"1731"-26,-1468 13,-60 1,-158 8,127-4,-90 16,-41-1,41-2,126-13,83-20,88-16,525-55,12 26,-289 63,74-7,28-81,-758 96,-1 0,1 1,-1 1,1 0,0 1,-1 0,1 1,-1 1,0 0,0 0,20 9,1000 330,-722-237,-302-102,1 0,-1 0,1-1,0 0,0-1,-1 0,1 0,0-1,0-1,13-1,802-77,404-2,-1175 80,-1 2,66 10,189 9,-83-10,134 35,-110-12,366 28,10-38,-617-23,0 0,0 0,1 1,-1 0,0 0,0 0,0 1,0 1,14 5,11 7,0-1,1-2,0-2,62 11,37-2,0-5,148-6,-234-8,-23 1,0-1,0-1,0-1,43-10,-39 6,-1 1,1 1,0 1,28 2,19-3,-72 4,0 0,0 0,0-1,0 1,0-1,0 0,0 0,-1 0,1 0,0 0,0-1,-1 1,1-1,-1 0,0 1,1-1,-1 0,0-1,0 1,0 0,-1-1,1 1,1-3,5-16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1:56.968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108 258,'0'0,"0"-1,-1 1,1 0,-1 0,1 0,0 0,-1 0,1 0,0 0,-1 0,1 0,0 0,-1 0,1 0,0 0,-1 0,1 0,0 1,-1-1,1 0,0 0,-1 0,1 0,0 1,0-1,-1 0,1 0,0 1,0-1,-1 0,1 0,0 1,0-1,0 0,-1 1,1-1,0 0,0 1,0-1,0 0,0 1,0-1,0 0,0 1,0-1,0 0,0 1,0-1,0 1,0-1,0 0,0 1,0-1,0 0,0 1,1-1,-1 0,0 0,0 1,0-1,1 0,-1 1,0-1,0 0,1 0,-1 1,0-1,1 0,21 20,5-3,1-1,0-2,1-1,1-2,0 0,0-2,63 10,9-7,116 0,175-11,-341 2,-1 4,54 12,22 4,-62-14,-53-7,-43-6,-185-17,114 12,76 5,1-1,0-1,0-2,-40-17,-13-4,40 17,29 8,9 4,0-1,0 1,0 0,0 0,0-1,1 1,-1 0,0 0,0 0,0-1,0 1,0 0,0 0,0 0,0 0,0-1,1 1,-1 0,0 0,0 0,0 0,0 0,1-1,-1 1,0 0,0 0,0 0,1 0,-1 0,0 0,0 0,0 0,1 0,-1 0,0 0,1 0,71-17,100-16,91-15,72-13,1071-125,-1224 173,364 22,-20 47,24 1,-547-57,119 14,-102-10,-1 0,0 2,0 0,21 10,225 88,5-23,-111-35,633 203,-651-203,151 27,-268-69,0-1,38 1,-43-4,375-10,2-26,-321 28,718-65,-330 5,-12-39,-405 95,85-34,-128 43,-20 6,-150 46,66-18,-462 119,380-104,142-36,-682 155,674-157,-68 3,99-10,0-2,-1 0,1-1,0-1,0-1,-33-11,-16-7,42 15,0-2,-47-22,46 18,-1 1,0 1,-1 2,-1 0,1 2,-1 1,0 2,-1 0,1 2,-40 3,-27 5,-167 34,152-19,-307 44,413-65,-53 2,54-3,-1 1,0-1,1 0,-1-1,1 1,-1-1,1 0,0 0,-1 0,-3-3,-11-7,0 1,-1 0,0 2,0 0,-1 1,-43-9,-132-10,171 24,-183-11,202 13,-1 1,-1-1,1 0,-1 0,-9-3,16 4,1 0,0 0,0 0,-1 0,1 0,0-1,0 1,-1 0,1 0,0 0,0 0,-1 0,1-1,0 1,0 0,0 0,0 0,-1-1,1 1,0 0,0 0,0 0,0-1,0 1,-1 0,1 0,0-1,0 1,0 0,0 0,0-1,0 1,0 0,0-1,0 1,0 0,0 0,0-1,0 1,0 0,1 0,-1-1,0 1,0 0,0 0,0-1,1 1,1-2,0 0,1 0,0 0,0 0,0 0,-1 1,1-1,4 0,134-43,114-20,82-14,266-70,155-35,-575 147,-77 21,-105 16,-1 0,0 0,1-1,-1 1,1 0,-1 0,1 0,-1 0,1 0,-1 0,0 0,1 0,-1 0,1 0,-1 0,1 0,-1 0,0 0,1 1,-1-1,1 0,-1 0,1 0,-1 1,0-1,1 0,-1 0,0 1,1 0,-23 9,-148 32,-161 28,-127 20,-87 11,-1680 229,1863-289,111-22,241-19,-113 2,105-2,0-2,0-1,0 0,-19-6,27 5,1 1,0-2,0 1,0-1,-13-9,-5-5,-1 5,0 0,0 2,-1 1,-54-14,-127-14,198 37,-410-50,218 29,-375-9,531 35,1 2,-1 1,-75 22,106-24,-4 2,0 0,1 2,0 0,0 1,1 1,0 1,0 1,2 0,-23 20,-171 157,180-165,0-1,-52 28,46-29,29-18,1 1,0 0,1 0,-1 0,1 1,-7 8,12-13,0 0,1-1,-1 1,1 0,-1 0,1 0,-1 0,1 1,-1-1,1 0,0 0,0 0,-1 0,1 0,0 0,0 0,0 1,0-1,0 0,1 0,-1 0,1 2,0-2,0 1,0 0,1-1,-1 1,1-1,0 1,-1-1,1 0,0 0,0 0,-1 0,1 0,0 0,0 0,0 0,0-1,3 1,16 4,0-1,43 3,126-7,77-18,63-11,1004-63,-1301 91,208 2,-208 1,1 2,-1 2,0 1,62 22,-82-25,0 2,0 0,-1 0,0 1,0 1,-1 0,0 0,0 1,-1 1,0-1,-1 2,0-1,-1 2,0-1,0 1,-2 0,1 0,-1 1,-1 0,5 17,-10-29,0-1,0 1,1-1,-1 1,0 0,0-1,0 1,0 0,0-1,0 1,0-1,0 1,0 0,0-1,0 1,-1 0,1-1,0 1,0-1,-1 1,1-1,0 1,-1-1,1 1,0-1,-1 1,1-1,-1 1,1-1,-1 1,1-1,-1 0,1 1,-1-1,1 0,-2 1,-9 2,-1 0,0 0,-17 1,-122 18,-85 12,-71 10,-583 76,1-31,569-79,306-11,-1 1,0 0,-28-7,37 6,1-1,-1 0,1 0,0-1,-1 1,1-1,0-1,1 1,-1 0,-6-8,2 2,-1 1,0 0,0 1,0 0,-1 0,0 1,0 1,0 0,-1 0,0 1,0 1,0 0,0 0,-16 0,-58 1,1 5,-96 14,80-6,94-10,-1-1,0 1,1-1,-1-1,1 1,0-2,-1 1,-8-3,13 3,0-1,0 1,0-1,0 1,1-1,-1 0,0 0,1 0,0-1,-1 1,1-1,0 1,0-1,0 0,1 1,-1-1,1 0,-1 0,1 0,0 0,-1-5,-1-3,1-1,0 0,0 1,2-1,-1 0,1 0,1 0,0 0,1 1,5-20,-7 30,0 0,1-1,-1 1,0 0,1 0,0 0,-1-1,1 1,0 0,-1 0,1 0,0 0,0 0,0 0,0 0,0 0,0 1,0-1,0 0,0 1,0-1,1 1,-1-1,0 1,0-1,1 1,-1 0,0-1,1 1,-1 0,0 0,0 0,1 0,-1 0,0 1,1-1,1 1,3 2,1 0,-1 0,1 1,-1 0,11 9,14 10,-13-16,0-1,1-1,-1 0,1-1,0-1,32 1,-37-3,321 16,125 13,-411-21,-1 2,54 21,-4-2,94 18,2-8,235 17,399-16,-493-37,312 16,-575-13,120 30,-134-26,-1-4,113 2,-126-8,574 2,-74-2,-517-1,1 2,-1 1,0 1,0 1,33 11,-37-10,0 0,0-2,38 2,106 3,315-26,165-66,-642 82,428-90,-150 26,850-169,-960 195,702-133,-728 154,0 7,204 10,280 71,-513-52,123 5,300-24,-202-2,109-35,-310 21,4 7,149 8,-238 2,160 7,0 10,-2 8,325 83,-483-95,0 4,-2 1,93 47,-127-54,0 1,-1 1,0 0,25 28,-20-20,26 21,167 107,-165-121,2-1,86 31,-101-45,44 8,-62-17,1-1,1-2,-1 0,28-2,48-10,-1-5,124-38,-162 40,-1-1,367-107,-396 113,-18 7,0 0,-1-1,1 0,0 0,-1 0,0-1,0-1,0 1,0-1,7-6,-14 10,1 0,-1 1,1-1,-1 0,1 0,-1 0,1 0,-1 1,0-1,0 0,1 0,-1 0,0 0,0 0,0 0,0 0,0 0,0 0,0 0,0 1,0-1,-1 0,1 0,0 0,-1 0,1 0,0 0,-1 1,1-1,-2-1,-21-20,-6 2,0 2,-2 0,-44-17,-100-32,91 38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04.042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1880,'29'-3,"248"-60,-154 33,304-70,151-19,110-11,-660 125,1267-230,5 45,-891 148,-122 27,-239 14,-1 3,71 10,-99-8,0 1,-1 0,0 2,0 0,0 1,-1 0,0 1,25 19,33 35,10 8,-47-46,2-1,0-2,1-2,1-1,1-3,62 16,-26-13,1-4,149 9,-162-23,-1-3,0-3,108-22,194-68,-107 16,47-14,71-14,4 17,4 17,560-35,-937 108,210-6,-181 7,1 2,0 2,51 13,-76-14,1-1,0-1,0 0,1-1,-1-1,0 0,0-1,0-1,0-1,0 0,21-7,17-5,-1-3,-1-2,51-27,-75 29,-18 6,-9 12,-1-1,0 1,0 0,0 0,0-1,0 1,0 0,1 0,-1-1,0 1,0 0,0-1,0 1,0 0,0-1,0 1,0 0,-1 0,1-1,0 1,0 0,0-1,0 1,0 0,0 0,0-1,-1 1,1 0,0 0,0 0,0-1,-1 1,1 0,0 0,-1-1,-4-1,-1 1,1-1,-1 1,1 0,-1 0,0 1,-7 0,-312 8,53 14,-761 93,449-46,547-65,-203 18,190-20,-1-3,-84-12,39 0,0 4,-139 5,-184 48,-23 39,-162 25,585-105,-3 0,1-1,-29 0,43-2,0-1,0 0,0 0,0-1,0 1,0-2,0 1,0-1,1 0,-11-7,-4-4,5 3,1 1,-2 1,-29-14,7 10,0 2,0 2,-1 1,-1 2,-62-1,-206 17,-165 38,449-45,-1-2,0-1,-35-4,48 2,0-1,0 0,1-1,-1 0,1-1,0-1,0 0,-12-8,-2-1,-1 0,0 2,-1 1,-1 1,0 2,-44-9,-7 4,-94-3,-263 17,356 5,70-8,23-5,50-16,103-26,-118 37,193-50,250-31,-343 75,2 6,-1 7,163 15,75 33,237 12,-269-65,-88 0,-241 12,0 1,34 8,-27-5,44 3,-31-9,0-1,0-3,83-19,129-49,-248 70,351-124,-345 121,1 1,0 0,0 2,0 0,0 0,22 0,96 9,-111-5,140 12,195 39,-320-43,-1 3,0 1,44 22,98 62,-64-31,-87-53,0 0,1-2,0-1,1-1,43 6,162 8,487-13,-377-10,-282 1,0 2,0 4,-1 2,88 24,-112-23,1-2,0-2,1-1,43-1,164-17,330-62,-133 14,-1 21,8 38,744 24,-1067-25,602-41,-557 23,126-19,-203 23,100-32,-51 0,32-10,-132 47,0 2,49-5,-2 8,104 6,95 18,-166-7,287 23,424 17,-752-45,0 4,84 20,18 2,10-11,386-13,204-70,-508 15,-15-22,-142 36,77-19,242-69,-346 96,150-21,94 12,-184 17,-8 2,-237 24,-157 25,-220 37,-196 34,-546 99,-252 41,1047-184,123-23,269-35,-29 5,0-2,0-3,-77-6,-14-17,77 10,-79-4,52 15,-173 20,-94 40,357-59,-323 63,-225 40,543-103,-130 15,119-15,0-2,0 0,1-1,-1-1,-26-8,-12-6,1-1,0 3,-1 2,-90-9,98 21,0 2,1 3,-1 1,1 2,0 3,0 2,1 2,1 1,-77 39,-288 118,-449 117,648-219,150-49,-15 6,-2-4,-89 15,154-36,1-1,0 0,-1-1,1 0,-1-1,1-1,0 0,-1-1,1-1,0 0,1 0,-1-1,1-1,-12-7,-156-77,160 80,-4 0,-1 0,0 2,-1 0,0 2,0 1,0 1,-42-1,-7 5,-105 15,-263 4,92-7,120 9,-253 56,334-42,2 5,-247 104,388-141,-26 11,1 0,1 3,0 0,-45 35,75-51,0-1,-1 1,1 0,0 0,0 0,0 0,0 0,0 0,1 0,-1 0,0 1,0-1,1 0,-1 0,1 1,-1-1,1 0,-1 1,1-1,0 0,0 1,0-1,-1 1,2-1,-1 0,0 1,0-1,0 1,0-1,1 0,-1 1,1-1,0 2,2 0,-1 0,1 0,0 0,0-1,0 1,0-1,0 1,1-1,-1 0,1-1,0 1,4 1,32 10,1-1,46 6,-55-12,204 40,658 144,-60 40,-575-156,-192-54,0-4,104 13,-10-19,2-7,162-18,322-64,-276 30,-160 33,-170 16,1 2,-1 1,41 10,-9 2,21 6,174 15,71-33,-241-4,-19 0,-1-3,1-4,-1-3,0-4,-1-3,-1-4,120-50,-24-12,162-67,15 7,-258 104,61-20,282-73,-367 119,1 4,0 2,0 3,105 7,-144-1,-14 1,0-2,0 0,0 0,29-6,-27-2,-17 8,0 0,0 0,0 0,0-1,1 1,-1 0,0 0,0-1,0 1,0 0,0 0,0-1,0 1,0 0,0-1,0 1,0 0,0 0,0-1,0 1,0 0,0 0,0-1,0 1,0 0,0-1,0 1,0 0,0 0,-1 0,1-1,0 1,0 0,-1-1,-2-2,-1 0,0 1,0-1,0 1,0 0,-1-1,-7-1,-25-9,-48-11,-121-14,-601-39,321 38,485 39,-77-7,-88-21,151 25,0-2,1 0,0-1,0 0,0-1,-19-14,12 6,1-2,-35-37,35 33,0 1,-2 1,0 1,-1 1,0 1,-2 0,0 2,0 1,-1 2,-45-15,40 18,0 1,-1 2,1 1,-1 2,0 0,0 3,0 0,0 2,0 2,1 1,0 1,-43 16,-53 24,-44 16,127-50,0-1,-46 5,-126-4,45-7,-22 18,-66 25,-65 23,-1012 264,1158-283,169-49,-1-1,1 1,0 0,0 1,1 0,-10 7,18-12,-1 1,0 0,1-1,-1 1,1 0,-1-1,1 1,-1 0,1 0,-1-1,1 1,-1 0,1 0,0 0,0 0,-1-1,1 1,0 0,0 0,0 0,0 0,0 0,0 0,0 0,1 1,0 0,0 0,1 0,-1 0,1-1,-1 1,1 0,0-1,-1 0,1 1,0-1,0 0,0 0,0 0,4 2,15 5,1-1,0-2,25 5,571 72,-463-74,0-5,1-8,-1-6,280-58,-214 18,409-150,-559 172,12-6,1 3,141-32,207-1,-207 35,323-59,39-6,-562 91,-1 1,1 1,0 1,0 2,-1 0,1 2,-1 1,46 12,46 16,177 27,-39-12,-54-8,-106-26,148 1,97-24,347-47,336-12,-589 37,-34 2,6 28,-376 4,0 0,0 2,46 12,78 33,-79-24,-38-14,0-2,1-2,0-1,43 0,152-7,-93-3,-117 5,38-6,-52 4,0-1,1 0,-1-1,0 0,0 0,-1-1,13-7,-4 1,25-17,-38 26,0-2,-1 1,1 0,-1-1,0 1,1-1,-1 1,0-1,-1 0,4-6,-5 8,0 0,0 1,0-1,0 0,0 0,0 0,0 1,0-1,0 0,-1 0,1 0,0 1,0-1,-1 0,1 0,-1 1,1-1,-1 0,1 1,-1-1,1 0,-1 1,1-1,-1 1,0-1,1 1,-1-1,0 1,0 0,1-1,-1 1,0 0,-1-1,-27-7,26 7,9 1,-1 0,1 0,-1 0,0 0,1-1,-1 0,0 0,9-4,-12 5,-1-1,1 0,0 0,-1 0,1 0,0 0,-1 0,1-1,-1 1,0 0,0-1,1 1,-1-1,0 0,0 1,0-1,0 0,-1 1,1-1,0 0,-1 0,1 0,-1 1,0-1,1-3,-2-12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06.828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1,'-5'0,"-9"0,-6 0,-11 5,-1 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15.236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1 813,'48'0,"60"-1,173 21,-149 2,23 4,185 8,-316-32,1 0,-1 2,0 1,24 7,90 38,-26-8,-57-26,1-2,60 7,-108-20,-1 1,0 0,0 0,0 0,-1 1,1 0,-1 0,1 1,8 7,2 2,27 30,-32-30,0-1,1 0,0-1,18 11,-19-15,0-1,0-1,1 0,0-1,0 0,0-1,25 2,4-2,50-4,-61 0,0 0,0 2,52 9,175 59,-195-54,-103-12,24-3,0-1,0-1,0 0,0-1,1 0,-1-2,1 0,0 0,-19-11,-35-24,32 18,-43-18,66 34,-1 0,1 2,-1 0,-1 0,1 1,-27-1,-106 5,146 0,-1-1,1 0,-1 0,1 0,-1-1,0 1,1-1,-1 1,1-1,-1 0,1 0,0 0,-1 0,1 0,0-1,0 1,0-1,0 0,0 1,0-1,-3-4,4 2,-1 1,1-1,0 0,1 0,-1 0,1 0,-1 0,1 0,1 0,-1 0,0 0,1 0,0 0,0 0,2-5,22-66,4 2,46-87,-51 112,212-387,-178 333,-50 88,9-15,-2 0,20-50,-34 76,0 0,0 0,0 0,-1-1,1 1,-1 0,0 0,0 0,0-1,0 1,0 0,-1 0,0-4,0 6,0-1,0 1,0 0,1-1,-2 1,1 0,0 0,0 0,0 0,0 0,-1 0,1 0,0 0,-1 1,1-1,-1 0,1 1,-1-1,1 1,-1 0,1-1,-1 1,1 0,-1 0,0 0,-2 0,-13 2,-1 0,1 1,0 1,0 1,0 0,-23 11,29-12,-4 2,1 1,0 1,0-1,0 2,1 0,1 1,0 0,0 1,1 0,0 1,1 0,0 1,1 0,1 0,-11 22,8-10,1 1,1 0,1 1,2 0,0 0,2 1,1-1,1 32,2-48,-1 15,1 1,1-1,8 41,-9-66,0 0,1 0,-1 0,0 0,0 0,1 0,-1 0,1 0,-1 0,1 0,-1 0,1 0,0 0,-1 0,2 1,-2-2,1 0,-1-1,0 1,1 0,-1 0,0 0,1 0,-1 0,0 0,1-1,-1 1,0 0,0 0,1-1,-1 1,0 0,0 0,0-1,1 1,-1 0,0 0,0-1,0 1,0 0,1-1,-1 1,0 0,0-1,0 0,8-36,-3-1,-1-1,-2 1,-2-1,-2 0,-11-72,10 102,1 1,-1-1,-1 1,0 0,0 0,0 1,-1-1,0 1,-1 0,1 0,-1 1,-7-6,-8-5,0 1,-38-21,15 10,20 11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17.725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1042 269,'-43'-3,"-1"-2,2-1,-1-3,-62-20,49 13,-41-12,-417-99,416 112,199 26,83 15,337 28,-413-53,0-5,0-4,0-5,192-49,-271 53,0 2,0 0,1 2,0 1,44 1,-74 3,0 0,0 0,0 0,0 0,0 0,1-1,-1 1,0 0,0 0,0 0,0 0,0 0,1 0,-1 0,0 0,0 0,0 0,0 1,0-1,1 0,-1 0,0 0,0 0,0 0,0 0,0 0,1 0,-1 0,0 0,0 0,0 1,0-1,0 0,0 0,0 0,0 0,1 0,-1 0,0 1,0-1,0 0,0 0,0 0,0 0,0 0,0 1,0-1,0 0,0 0,0 0,0 0,0 1,0-1,0 0,-9 8,-14 5,2-2,3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18.612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1626 1,'-11'0,"-60"0,-96 17,-109 16,-76 9,-45-3,45-8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20.139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4519 296,'0'0,"0"-1,0 0,-1 0,1 0,0 0,-1 0,1 0,-1 0,1 1,-1-1,1 0,-1 0,1 1,-1-1,0 0,1 1,-1-1,0 0,0 1,1-1,-1 1,0 0,0-1,0 1,0-1,-1 1,-31-7,23 5,-41-7,-11-2,0-3,-80-29,102 27,-106-37,119 45,0 1,-1 2,-45-4,-29 10,69 1,1-2,0-1,-43-7,-53-23,-48-9,91 31,0 4,-1 3,-110 12,-251 59,225-34,136-18,-535 102,171-22,-11 12,161-41,144-24,134-35,22-9,-1 0,1 0,0 0,0 0,-1 0,1 0,0 0,0 0,-1 1,1-1,0 0,0 0,0 0,-1 0,1 1,0-1,0 0,0 0,0 1,-1-1,1 0,0 0,0 0,0 1,0-1,0 0,0 0,0 1,0-1,0 0,0 1,0-1,0 0,0 0,0 1,3 1,1 0,0-1,0 1,0-1,0 0,0 0,0 0,0 0,8-1,131 14,79 5,1352 27,-1092-62,-97 37,-175-4,158 2,323 23,-687-41,47 2,-1 2,0 3,77 22,-100-21,7 2,67 14,51-8,79-6,70-15,1305-142,-1234 108,109-17,-445 48,-29 5,-10 0,-18 0,-436-26,178 7,146 13,32 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22.377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0 145,'2'2,"0"-1,0 1,0 0,0-1,0 0,0 1,1-1,-1 0,0 0,1 0,-1-1,1 1,2 0,9 3,64 14,138 15,606 26,-195-21,-69-12,104 12,-494-11,50 5,315-26,13-72,-434 48,792-131,-372 94,-13 45,-402 9,97 1,127-2,-3-21,-40-20,298-24,-335 70,43-2,-254-6,-10-2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7T09:22:41.272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89A9-3481-67CB-ADC0-5BAF4B799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BC9AC-9712-3355-60FF-AD46A73E7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F8DE5-85C7-3BEB-1319-C7103B425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6CC4C-A6F9-1974-4BEF-F93FFC7E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205F-04CA-942D-3EF1-2691AD0B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685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472F-ED96-033D-2BD4-1D5B8103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E4121-23DC-B4FC-BF58-5A14EBE2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E53BE-BFAD-7148-A634-7F4D5267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4BD2-7B07-6500-CDD1-7602F7C8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992DD-7F4F-95C2-6967-79545543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508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83F2-1519-6F9B-1CA4-7FA63B6E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82CC8-BF54-A567-F41C-DB5D57E4D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F9DD5-AD30-30C7-8182-74872E2D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DE33C-B67E-5558-09C2-C3F2A2B5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A2E2D-88DC-0A31-C1E8-C45EA3DD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012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FEE1-5BF4-B147-FAB1-5C6F1CD9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84164-41C9-36AC-BA67-AF0B0252E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B9095-B8A2-2D2F-EE40-4ED6F87B6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B7FEC-5D71-64ED-B270-A190FCEC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6E554-1FB2-8710-5B84-EBEE7247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AE1BC-0C0C-ABF4-5C28-217E5F3E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146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D5CB-7668-891F-A641-379FD9D99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382B6-02FE-AA32-668B-5DFE15787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22D89-9A65-6F93-E9EB-AE083B21F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5F656-D5C0-CB25-A32C-3A647EF30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91769-C107-F250-8713-98CA5A0CA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68E52-15D1-49DE-9873-7D501D35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92C0D-777C-F683-429C-35C92796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F6D6B-7116-43F2-F388-12345498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779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0162-54E8-73E9-A90A-293EAE5A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275DB-C7F3-B114-47FC-EEBAE49E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A6971-E87B-A627-0593-92BAFB8C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10CDD-1CA5-E9F6-6D65-EA8A8153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453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64711-4248-A04D-19E1-B0AC2B92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6124E-689A-1F2C-2FAD-F08C8354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6862D-E7F7-AFC8-1A0B-70FB2710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658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89767-DEB9-6ED7-71DC-DD8E7187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7518-8BB1-3731-DCCA-46A27D993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5DBE0-AB2D-FB0A-8F37-0545073B5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43120-A9FF-45A7-BCD1-B93B68A7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BAC4E-7399-6E16-0717-D551EFAF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4120F-3A7E-C565-80C4-8B1C0F4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287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5136-5E10-64A6-612F-71CF6FB1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23D79-B4F1-DF8E-F9E4-5B3913D67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F130E-C4ED-EFBC-5FC9-0D3447628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1CA0D-6A06-6C75-7404-8193F548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4832B-2D70-15E9-B818-98BA4A7C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53F62-CAB0-3A70-B5CC-27512219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012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A1F-E744-8065-11C4-DB0CC32A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5B70A-0A89-AD6F-9483-08638094B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B2069-E41E-53C7-C196-547D3FD1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2DD32-4811-3873-0719-C9053C32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850B7-6525-77E6-4566-C591991E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013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A27FA-78E3-F522-1081-23B8C032A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79D38-F0C9-3791-3EC1-5653D9ABA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C9C00-8F58-89C4-78D4-13720617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8993F-0CED-F61B-C1CA-013F0813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AA24-79CB-007F-2864-883C6177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687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A9576-FE16-3A24-8414-F95FE5BF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B74A6-4623-D39E-6212-A29F16F5B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D00F-75A4-6A80-CC2A-831E7132D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C0D08-5991-4219-A421-5ECF033992B0}" type="datetimeFigureOut">
              <a:rPr lang="en-ID" smtClean="0"/>
              <a:t>14/09/2026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8-6A59-A2B1-3805-3064A7D6D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EE78F-76A0-F180-0546-4031155D5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186A0-462F-456F-B509-FCEDF6435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578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.png"/><Relationship Id="rId21" Type="http://schemas.openxmlformats.org/officeDocument/2006/relationships/image" Target="../media/image14.png"/><Relationship Id="rId42" Type="http://schemas.openxmlformats.org/officeDocument/2006/relationships/customXml" Target="../ink/ink20.xml"/><Relationship Id="rId63" Type="http://schemas.openxmlformats.org/officeDocument/2006/relationships/image" Target="../media/image35.png"/><Relationship Id="rId84" Type="http://schemas.openxmlformats.org/officeDocument/2006/relationships/customXml" Target="../ink/ink41.xml"/><Relationship Id="rId16" Type="http://schemas.openxmlformats.org/officeDocument/2006/relationships/customXml" Target="../ink/ink7.xml"/><Relationship Id="rId107" Type="http://schemas.openxmlformats.org/officeDocument/2006/relationships/customXml" Target="../ink/ink53.xml"/><Relationship Id="rId11" Type="http://schemas.openxmlformats.org/officeDocument/2006/relationships/image" Target="../media/image9.png"/><Relationship Id="rId32" Type="http://schemas.openxmlformats.org/officeDocument/2006/relationships/customXml" Target="../ink/ink15.xml"/><Relationship Id="rId37" Type="http://schemas.openxmlformats.org/officeDocument/2006/relationships/image" Target="../media/image22.png"/><Relationship Id="rId53" Type="http://schemas.openxmlformats.org/officeDocument/2006/relationships/image" Target="../media/image30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3.png"/><Relationship Id="rId102" Type="http://schemas.openxmlformats.org/officeDocument/2006/relationships/customXml" Target="../ink/ink50.xml"/><Relationship Id="rId123" Type="http://schemas.openxmlformats.org/officeDocument/2006/relationships/image" Target="../media/image63.png"/><Relationship Id="rId128" Type="http://schemas.openxmlformats.org/officeDocument/2006/relationships/customXml" Target="../ink/ink65.xml"/><Relationship Id="rId5" Type="http://schemas.openxmlformats.org/officeDocument/2006/relationships/image" Target="../media/image6.png"/><Relationship Id="rId90" Type="http://schemas.openxmlformats.org/officeDocument/2006/relationships/customXml" Target="../ink/ink44.xml"/><Relationship Id="rId95" Type="http://schemas.openxmlformats.org/officeDocument/2006/relationships/image" Target="../media/image51.png"/><Relationship Id="rId22" Type="http://schemas.openxmlformats.org/officeDocument/2006/relationships/customXml" Target="../ink/ink10.xml"/><Relationship Id="rId27" Type="http://schemas.openxmlformats.org/officeDocument/2006/relationships/image" Target="../media/image17.png"/><Relationship Id="rId43" Type="http://schemas.openxmlformats.org/officeDocument/2006/relationships/image" Target="../media/image25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8.png"/><Relationship Id="rId113" Type="http://schemas.openxmlformats.org/officeDocument/2006/relationships/image" Target="../media/image58.png"/><Relationship Id="rId118" Type="http://schemas.openxmlformats.org/officeDocument/2006/relationships/customXml" Target="../ink/ink60.xml"/><Relationship Id="rId134" Type="http://schemas.openxmlformats.org/officeDocument/2006/relationships/customXml" Target="../ink/ink68.xml"/><Relationship Id="rId80" Type="http://schemas.openxmlformats.org/officeDocument/2006/relationships/customXml" Target="../ink/ink39.xml"/><Relationship Id="rId85" Type="http://schemas.openxmlformats.org/officeDocument/2006/relationships/image" Target="../media/image46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33" Type="http://schemas.openxmlformats.org/officeDocument/2006/relationships/image" Target="../media/image20.png"/><Relationship Id="rId38" Type="http://schemas.openxmlformats.org/officeDocument/2006/relationships/customXml" Target="../ink/ink18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08" Type="http://schemas.openxmlformats.org/officeDocument/2006/relationships/image" Target="../media/image57.png"/><Relationship Id="rId124" Type="http://schemas.openxmlformats.org/officeDocument/2006/relationships/customXml" Target="../ink/ink63.xml"/><Relationship Id="rId129" Type="http://schemas.openxmlformats.org/officeDocument/2006/relationships/image" Target="../media/image66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41.png"/><Relationship Id="rId91" Type="http://schemas.openxmlformats.org/officeDocument/2006/relationships/image" Target="../media/image49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15.png"/><Relationship Id="rId28" Type="http://schemas.openxmlformats.org/officeDocument/2006/relationships/customXml" Target="../ink/ink13.xml"/><Relationship Id="rId49" Type="http://schemas.openxmlformats.org/officeDocument/2006/relationships/image" Target="../media/image28.png"/><Relationship Id="rId114" Type="http://schemas.openxmlformats.org/officeDocument/2006/relationships/customXml" Target="../ink/ink58.xml"/><Relationship Id="rId119" Type="http://schemas.openxmlformats.org/officeDocument/2006/relationships/image" Target="../media/image61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36.png"/><Relationship Id="rId81" Type="http://schemas.openxmlformats.org/officeDocument/2006/relationships/image" Target="../media/image44.png"/><Relationship Id="rId86" Type="http://schemas.openxmlformats.org/officeDocument/2006/relationships/customXml" Target="../ink/ink42.xml"/><Relationship Id="rId130" Type="http://schemas.openxmlformats.org/officeDocument/2006/relationships/customXml" Target="../ink/ink66.xml"/><Relationship Id="rId135" Type="http://schemas.openxmlformats.org/officeDocument/2006/relationships/image" Target="../media/image69.png"/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39" Type="http://schemas.openxmlformats.org/officeDocument/2006/relationships/image" Target="../media/image23.png"/><Relationship Id="rId109" Type="http://schemas.openxmlformats.org/officeDocument/2006/relationships/customXml" Target="../ink/ink54.xml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1.png"/><Relationship Id="rId76" Type="http://schemas.openxmlformats.org/officeDocument/2006/relationships/customXml" Target="../ink/ink37.xml"/><Relationship Id="rId97" Type="http://schemas.openxmlformats.org/officeDocument/2006/relationships/image" Target="../media/image52.png"/><Relationship Id="rId104" Type="http://schemas.openxmlformats.org/officeDocument/2006/relationships/customXml" Target="../ink/ink51.xml"/><Relationship Id="rId120" Type="http://schemas.openxmlformats.org/officeDocument/2006/relationships/customXml" Target="../ink/ink61.xml"/><Relationship Id="rId125" Type="http://schemas.openxmlformats.org/officeDocument/2006/relationships/image" Target="../media/image64.png"/><Relationship Id="rId7" Type="http://schemas.openxmlformats.org/officeDocument/2006/relationships/image" Target="../media/image7.png"/><Relationship Id="rId71" Type="http://schemas.openxmlformats.org/officeDocument/2006/relationships/image" Target="../media/image39.png"/><Relationship Id="rId92" Type="http://schemas.openxmlformats.org/officeDocument/2006/relationships/customXml" Target="../ink/ink45.xml"/><Relationship Id="rId2" Type="http://schemas.openxmlformats.org/officeDocument/2006/relationships/image" Target="../media/image4.png"/><Relationship Id="rId29" Type="http://schemas.openxmlformats.org/officeDocument/2006/relationships/image" Target="../media/image18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6.png"/><Relationship Id="rId66" Type="http://schemas.openxmlformats.org/officeDocument/2006/relationships/customXml" Target="../ink/ink32.xml"/><Relationship Id="rId87" Type="http://schemas.openxmlformats.org/officeDocument/2006/relationships/image" Target="../media/image47.png"/><Relationship Id="rId110" Type="http://schemas.openxmlformats.org/officeDocument/2006/relationships/customXml" Target="../ink/ink55.xml"/><Relationship Id="rId115" Type="http://schemas.openxmlformats.org/officeDocument/2006/relationships/image" Target="../media/image59.png"/><Relationship Id="rId131" Type="http://schemas.openxmlformats.org/officeDocument/2006/relationships/image" Target="../media/image67.png"/><Relationship Id="rId61" Type="http://schemas.openxmlformats.org/officeDocument/2006/relationships/image" Target="../media/image34.png"/><Relationship Id="rId82" Type="http://schemas.openxmlformats.org/officeDocument/2006/relationships/customXml" Target="../ink/ink40.xml"/><Relationship Id="rId19" Type="http://schemas.openxmlformats.org/officeDocument/2006/relationships/image" Target="../media/image13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1.png"/><Relationship Id="rId56" Type="http://schemas.openxmlformats.org/officeDocument/2006/relationships/customXml" Target="../ink/ink27.xml"/><Relationship Id="rId77" Type="http://schemas.openxmlformats.org/officeDocument/2006/relationships/image" Target="../media/image42.png"/><Relationship Id="rId100" Type="http://schemas.openxmlformats.org/officeDocument/2006/relationships/customXml" Target="../ink/ink49.xml"/><Relationship Id="rId105" Type="http://schemas.openxmlformats.org/officeDocument/2006/relationships/customXml" Target="../ink/ink52.xml"/><Relationship Id="rId126" Type="http://schemas.openxmlformats.org/officeDocument/2006/relationships/customXml" Target="../ink/ink64.xml"/><Relationship Id="rId8" Type="http://schemas.openxmlformats.org/officeDocument/2006/relationships/customXml" Target="../ink/ink3.xml"/><Relationship Id="rId51" Type="http://schemas.openxmlformats.org/officeDocument/2006/relationships/image" Target="../media/image29.png"/><Relationship Id="rId72" Type="http://schemas.openxmlformats.org/officeDocument/2006/relationships/customXml" Target="../ink/ink35.xml"/><Relationship Id="rId93" Type="http://schemas.openxmlformats.org/officeDocument/2006/relationships/image" Target="../media/image50.png"/><Relationship Id="rId98" Type="http://schemas.openxmlformats.org/officeDocument/2006/relationships/customXml" Target="../ink/ink48.xml"/><Relationship Id="rId121" Type="http://schemas.openxmlformats.org/officeDocument/2006/relationships/image" Target="../media/image62.png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22.xml"/><Relationship Id="rId67" Type="http://schemas.openxmlformats.org/officeDocument/2006/relationships/image" Target="../media/image37.png"/><Relationship Id="rId116" Type="http://schemas.openxmlformats.org/officeDocument/2006/relationships/customXml" Target="../ink/ink59.xml"/><Relationship Id="rId20" Type="http://schemas.openxmlformats.org/officeDocument/2006/relationships/customXml" Target="../ink/ink9.xml"/><Relationship Id="rId41" Type="http://schemas.openxmlformats.org/officeDocument/2006/relationships/image" Target="../media/image24.png"/><Relationship Id="rId62" Type="http://schemas.openxmlformats.org/officeDocument/2006/relationships/customXml" Target="../ink/ink30.xml"/><Relationship Id="rId83" Type="http://schemas.openxmlformats.org/officeDocument/2006/relationships/image" Target="../media/image45.png"/><Relationship Id="rId88" Type="http://schemas.openxmlformats.org/officeDocument/2006/relationships/customXml" Target="../ink/ink43.xml"/><Relationship Id="rId111" Type="http://schemas.openxmlformats.org/officeDocument/2006/relationships/customXml" Target="../ink/ink56.xml"/><Relationship Id="rId132" Type="http://schemas.openxmlformats.org/officeDocument/2006/relationships/customXml" Target="../ink/ink67.xml"/><Relationship Id="rId15" Type="http://schemas.openxmlformats.org/officeDocument/2006/relationships/image" Target="../media/image11.png"/><Relationship Id="rId36" Type="http://schemas.openxmlformats.org/officeDocument/2006/relationships/customXml" Target="../ink/ink17.xml"/><Relationship Id="rId57" Type="http://schemas.openxmlformats.org/officeDocument/2006/relationships/image" Target="../media/image32.png"/><Relationship Id="rId106" Type="http://schemas.openxmlformats.org/officeDocument/2006/relationships/image" Target="../media/image56.png"/><Relationship Id="rId127" Type="http://schemas.openxmlformats.org/officeDocument/2006/relationships/image" Target="../media/image65.png"/><Relationship Id="rId10" Type="http://schemas.openxmlformats.org/officeDocument/2006/relationships/customXml" Target="../ink/ink4.xml"/><Relationship Id="rId31" Type="http://schemas.openxmlformats.org/officeDocument/2006/relationships/image" Target="../media/image19.png"/><Relationship Id="rId52" Type="http://schemas.openxmlformats.org/officeDocument/2006/relationships/customXml" Target="../ink/ink25.xml"/><Relationship Id="rId73" Type="http://schemas.openxmlformats.org/officeDocument/2006/relationships/image" Target="../media/image40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2.xml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26" Type="http://schemas.openxmlformats.org/officeDocument/2006/relationships/customXml" Target="../ink/ink12.xml"/><Relationship Id="rId47" Type="http://schemas.openxmlformats.org/officeDocument/2006/relationships/image" Target="../media/image27.png"/><Relationship Id="rId68" Type="http://schemas.openxmlformats.org/officeDocument/2006/relationships/customXml" Target="../ink/ink33.xml"/><Relationship Id="rId89" Type="http://schemas.openxmlformats.org/officeDocument/2006/relationships/image" Target="../media/image48.png"/><Relationship Id="rId112" Type="http://schemas.openxmlformats.org/officeDocument/2006/relationships/customXml" Target="../ink/ink57.xml"/><Relationship Id="rId133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A818-5C7E-C820-69A8-5E692654E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PENULISAN PROPOSAL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28605-CE04-FCDB-5579-1FB3406A1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MEMBUAT </a:t>
            </a:r>
            <a:r>
              <a:rPr lang="en-US" b="1" dirty="0"/>
              <a:t>LATAR BELAKANG MASALAH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5410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8F65-5D6C-AFE8-7013-A2D49553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A92EB-5761-2E6C-C31B-A8AF97A33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3000" dirty="0"/>
              <a:t>Latar </a:t>
            </a:r>
            <a:r>
              <a:rPr lang="en-ID" sz="3000" dirty="0" err="1"/>
              <a:t>belakang</a:t>
            </a:r>
            <a:r>
              <a:rPr lang="en-ID" sz="3000" dirty="0"/>
              <a:t> </a:t>
            </a:r>
            <a:r>
              <a:rPr lang="en-ID" sz="3000" dirty="0" err="1"/>
              <a:t>dimaksudkan</a:t>
            </a:r>
            <a:r>
              <a:rPr lang="en-ID" sz="3000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dirty="0" err="1"/>
              <a:t>menjelaskan</a:t>
            </a:r>
            <a:r>
              <a:rPr lang="en-ID" sz="3000" dirty="0"/>
              <a:t> </a:t>
            </a:r>
            <a:r>
              <a:rPr lang="en-ID" sz="3000" dirty="0" err="1"/>
              <a:t>alasan</a:t>
            </a:r>
            <a:r>
              <a:rPr lang="en-ID" sz="3000" dirty="0"/>
              <a:t> </a:t>
            </a:r>
            <a:r>
              <a:rPr lang="en-ID" sz="3000" dirty="0" err="1"/>
              <a:t>mengapa</a:t>
            </a:r>
            <a:r>
              <a:rPr lang="en-ID" sz="3000" dirty="0"/>
              <a:t> </a:t>
            </a:r>
            <a:r>
              <a:rPr lang="en-ID" sz="3000" dirty="0" err="1"/>
              <a:t>masalah</a:t>
            </a:r>
            <a:r>
              <a:rPr lang="en-ID" sz="3000" dirty="0"/>
              <a:t> </a:t>
            </a:r>
            <a:r>
              <a:rPr lang="en-ID" sz="3000" dirty="0" err="1"/>
              <a:t>dalam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ingin</a:t>
            </a:r>
            <a:r>
              <a:rPr lang="en-ID" sz="3000" dirty="0"/>
              <a:t> </a:t>
            </a:r>
            <a:r>
              <a:rPr lang="en-ID" sz="3000" dirty="0" err="1"/>
              <a:t>diteliti</a:t>
            </a:r>
            <a:r>
              <a:rPr lang="en-ID" sz="3000" dirty="0"/>
              <a:t>, </a:t>
            </a:r>
            <a:r>
              <a:rPr lang="en-ID" sz="3000" dirty="0" err="1"/>
              <a:t>pentingnya</a:t>
            </a:r>
            <a:r>
              <a:rPr lang="en-ID" sz="3000" dirty="0"/>
              <a:t> </a:t>
            </a:r>
            <a:r>
              <a:rPr lang="en-ID" sz="3000" dirty="0" err="1"/>
              <a:t>permasalahan</a:t>
            </a:r>
            <a:r>
              <a:rPr lang="en-ID" sz="3000" dirty="0"/>
              <a:t> dan </a:t>
            </a:r>
            <a:r>
              <a:rPr lang="en-ID" sz="3000" dirty="0" err="1"/>
              <a:t>pendekatan</a:t>
            </a:r>
            <a:r>
              <a:rPr lang="en-ID" sz="3000" dirty="0"/>
              <a:t> yang </a:t>
            </a:r>
            <a:r>
              <a:rPr lang="en-ID" sz="3000" dirty="0" err="1"/>
              <a:t>digunakan</a:t>
            </a:r>
            <a:r>
              <a:rPr lang="en-ID" sz="3000" dirty="0"/>
              <a:t> </a:t>
            </a:r>
            <a:r>
              <a:rPr lang="en-ID" sz="3000" dirty="0" err="1"/>
              <a:t>untukkan</a:t>
            </a:r>
            <a:r>
              <a:rPr lang="en-ID" sz="3000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dirty="0" err="1"/>
              <a:t>menyelesaikan</a:t>
            </a:r>
            <a:r>
              <a:rPr lang="en-ID" sz="3000" dirty="0"/>
              <a:t> </a:t>
            </a:r>
            <a:r>
              <a:rPr lang="en-ID" sz="3000" dirty="0" err="1"/>
              <a:t>masalah</a:t>
            </a:r>
            <a:r>
              <a:rPr lang="en-ID" sz="3000" dirty="0"/>
              <a:t> </a:t>
            </a:r>
            <a:r>
              <a:rPr lang="en-ID" sz="3000" dirty="0" err="1"/>
              <a:t>tersebut</a:t>
            </a:r>
            <a:r>
              <a:rPr lang="en-ID" sz="3000" dirty="0"/>
              <a:t> </a:t>
            </a:r>
            <a:r>
              <a:rPr lang="en-ID" sz="3000" dirty="0" err="1"/>
              <a:t>baik</a:t>
            </a:r>
            <a:r>
              <a:rPr lang="en-ID" sz="3000" dirty="0"/>
              <a:t> </a:t>
            </a:r>
            <a:r>
              <a:rPr lang="en-ID" sz="3000" dirty="0" err="1"/>
              <a:t>dari</a:t>
            </a:r>
            <a:r>
              <a:rPr lang="en-ID" sz="3000" dirty="0"/>
              <a:t> </a:t>
            </a:r>
            <a:r>
              <a:rPr lang="en-ID" sz="3000" dirty="0" err="1"/>
              <a:t>sisi</a:t>
            </a:r>
            <a:r>
              <a:rPr lang="en-ID" sz="3000" dirty="0"/>
              <a:t> </a:t>
            </a:r>
            <a:r>
              <a:rPr lang="en-ID" sz="3000" dirty="0" err="1"/>
              <a:t>teoritis</a:t>
            </a:r>
            <a:r>
              <a:rPr lang="en-ID" sz="3000" dirty="0"/>
              <a:t> dan </a:t>
            </a:r>
            <a:r>
              <a:rPr lang="en-ID" sz="3000" dirty="0" err="1"/>
              <a:t>praktis</a:t>
            </a:r>
            <a:r>
              <a:rPr lang="en-ID" sz="3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510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34533-3769-48CD-67D3-56F001D6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8" y="365125"/>
            <a:ext cx="10610602" cy="1325563"/>
          </a:xfrm>
        </p:spPr>
        <p:txBody>
          <a:bodyPr/>
          <a:lstStyle/>
          <a:p>
            <a:r>
              <a:rPr lang="en-US" dirty="0" err="1"/>
              <a:t>Definisi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2D2CD-CF88-AD48-D755-67C35B779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198" y="1623828"/>
            <a:ext cx="10515600" cy="19031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3000" dirty="0"/>
              <a:t>Latar </a:t>
            </a:r>
            <a:r>
              <a:rPr lang="en-ID" sz="3000" dirty="0" err="1"/>
              <a:t>belakang</a:t>
            </a:r>
            <a:r>
              <a:rPr lang="en-ID" sz="3000" dirty="0"/>
              <a:t> </a:t>
            </a:r>
            <a:r>
              <a:rPr lang="en-ID" sz="3000" dirty="0" err="1"/>
              <a:t>masalah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berisi</a:t>
            </a:r>
            <a:r>
              <a:rPr lang="en-ID" sz="3000" dirty="0"/>
              <a:t> </a:t>
            </a:r>
            <a:r>
              <a:rPr lang="en-ID" sz="3000" dirty="0" err="1"/>
              <a:t>informasi</a:t>
            </a:r>
            <a:r>
              <a:rPr lang="en-ID" sz="3000" dirty="0"/>
              <a:t> </a:t>
            </a:r>
            <a:r>
              <a:rPr lang="en-ID" sz="3000" dirty="0" err="1"/>
              <a:t>tentang</a:t>
            </a:r>
            <a:r>
              <a:rPr lang="en-ID" sz="3000" dirty="0"/>
              <a:t> </a:t>
            </a:r>
            <a:r>
              <a:rPr lang="en-ID" sz="3000" dirty="0" err="1"/>
              <a:t>suatu</a:t>
            </a:r>
            <a:r>
              <a:rPr lang="en-ID" sz="3000" dirty="0"/>
              <a:t> </a:t>
            </a:r>
            <a:r>
              <a:rPr lang="en-ID" sz="3000" dirty="0" err="1"/>
              <a:t>masalah</a:t>
            </a:r>
            <a:r>
              <a:rPr lang="en-ID" sz="3000" dirty="0"/>
              <a:t> dan </a:t>
            </a:r>
            <a:r>
              <a:rPr lang="en-ID" sz="3000" dirty="0" err="1"/>
              <a:t>atau</a:t>
            </a:r>
            <a:r>
              <a:rPr lang="en-ID" sz="3000" dirty="0"/>
              <a:t> </a:t>
            </a:r>
            <a:r>
              <a:rPr lang="en-ID" sz="3000" dirty="0" err="1"/>
              <a:t>peluang</a:t>
            </a:r>
            <a:r>
              <a:rPr lang="en-ID" sz="3000" dirty="0"/>
              <a:t> yang </a:t>
            </a:r>
            <a:r>
              <a:rPr lang="en-ID" sz="3000" dirty="0" err="1"/>
              <a:t>dapat</a:t>
            </a:r>
            <a:r>
              <a:rPr lang="en-ID" sz="3000" dirty="0"/>
              <a:t> </a:t>
            </a:r>
            <a:r>
              <a:rPr lang="en-ID" sz="3000" dirty="0" err="1"/>
              <a:t>dipermasalahkan</a:t>
            </a:r>
            <a:r>
              <a:rPr lang="en-ID" sz="3000" dirty="0"/>
              <a:t> agar </a:t>
            </a:r>
            <a:r>
              <a:rPr lang="en-ID" sz="3000" dirty="0" err="1"/>
              <a:t>ditindaklanjuti</a:t>
            </a:r>
            <a:r>
              <a:rPr lang="en-ID" sz="3000" dirty="0"/>
              <a:t> </a:t>
            </a:r>
            <a:r>
              <a:rPr lang="en-ID" sz="3000" dirty="0" err="1"/>
              <a:t>lewat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, </a:t>
            </a:r>
            <a:r>
              <a:rPr lang="en-ID" sz="3000" dirty="0" err="1"/>
              <a:t>termasuk</a:t>
            </a:r>
            <a:r>
              <a:rPr lang="en-ID" sz="3000" dirty="0"/>
              <a:t> </a:t>
            </a:r>
            <a:r>
              <a:rPr lang="en-ID" sz="3000" dirty="0" err="1"/>
              <a:t>hal-hal</a:t>
            </a:r>
            <a:r>
              <a:rPr lang="en-ID" sz="3000" dirty="0"/>
              <a:t> yang </a:t>
            </a:r>
            <a:r>
              <a:rPr lang="en-ID" sz="3000" dirty="0" err="1"/>
              <a:t>melatarbelakanginya</a:t>
            </a:r>
            <a:r>
              <a:rPr lang="en-ID" sz="3000" dirty="0"/>
              <a:t> (Husein Umar, 2001:238).</a:t>
            </a:r>
          </a:p>
          <a:p>
            <a:pPr marL="0" indent="0" algn="just">
              <a:buNone/>
            </a:pPr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291659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21B0-76BF-0F44-07E8-76B9D7E6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3486-590E-50B1-970C-54018A4B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8" y="365125"/>
            <a:ext cx="10610602" cy="1325563"/>
          </a:xfrm>
        </p:spPr>
        <p:txBody>
          <a:bodyPr/>
          <a:lstStyle/>
          <a:p>
            <a:r>
              <a:rPr lang="en-US" dirty="0" err="1"/>
              <a:t>Definisi</a:t>
            </a:r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99BA77-C2D9-D3F6-6E34-50FF35DE6A34}"/>
              </a:ext>
            </a:extLst>
          </p:cNvPr>
          <p:cNvSpPr/>
          <p:nvPr/>
        </p:nvSpPr>
        <p:spPr>
          <a:xfrm>
            <a:off x="413162" y="1588366"/>
            <a:ext cx="11270673" cy="28886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D" sz="2500" dirty="0"/>
              <a:t>Latar </a:t>
            </a:r>
            <a:r>
              <a:rPr lang="en-ID" sz="2500" dirty="0" err="1"/>
              <a:t>belakang</a:t>
            </a:r>
            <a:r>
              <a:rPr lang="en-ID" sz="2500" dirty="0"/>
              <a:t> </a:t>
            </a:r>
            <a:r>
              <a:rPr lang="en-ID" sz="2500" dirty="0" err="1"/>
              <a:t>masalah</a:t>
            </a:r>
            <a:r>
              <a:rPr lang="en-ID" sz="2500" dirty="0"/>
              <a:t> </a:t>
            </a:r>
            <a:r>
              <a:rPr lang="en-ID" sz="2500" dirty="0" err="1"/>
              <a:t>berisi</a:t>
            </a:r>
            <a:r>
              <a:rPr lang="en-ID" sz="2500" dirty="0"/>
              <a:t> </a:t>
            </a:r>
            <a:r>
              <a:rPr lang="en-ID" sz="2500" dirty="0" err="1"/>
              <a:t>tentang</a:t>
            </a:r>
            <a:r>
              <a:rPr lang="en-ID" sz="2500" dirty="0"/>
              <a:t> </a:t>
            </a:r>
            <a:r>
              <a:rPr lang="en-ID" sz="2500" b="1" dirty="0" err="1"/>
              <a:t>sejarah</a:t>
            </a:r>
            <a:r>
              <a:rPr lang="en-ID" sz="2500" b="1" dirty="0"/>
              <a:t> dan </a:t>
            </a:r>
            <a:r>
              <a:rPr lang="en-ID" sz="2500" b="1" dirty="0" err="1"/>
              <a:t>peristiwa-peristiwa</a:t>
            </a:r>
            <a:r>
              <a:rPr lang="en-ID" sz="2500" b="1" dirty="0"/>
              <a:t> yang </a:t>
            </a:r>
            <a:r>
              <a:rPr lang="en-ID" sz="2500" b="1" dirty="0" err="1"/>
              <a:t>sedang</a:t>
            </a:r>
            <a:r>
              <a:rPr lang="en-ID" sz="2500" b="1" dirty="0"/>
              <a:t> </a:t>
            </a:r>
            <a:r>
              <a:rPr lang="en-ID" sz="2500" b="1" dirty="0" err="1"/>
              <a:t>terjadi</a:t>
            </a:r>
            <a:r>
              <a:rPr lang="en-ID" sz="2500" b="1" dirty="0"/>
              <a:t> </a:t>
            </a:r>
            <a:r>
              <a:rPr lang="en-ID" sz="2500" dirty="0"/>
              <a:t>pada </a:t>
            </a:r>
            <a:r>
              <a:rPr lang="en-ID" sz="2500" dirty="0" err="1"/>
              <a:t>suatu</a:t>
            </a:r>
            <a:r>
              <a:rPr lang="en-ID" sz="2500" dirty="0"/>
              <a:t> </a:t>
            </a:r>
            <a:r>
              <a:rPr lang="en-ID" sz="2500" dirty="0" err="1"/>
              <a:t>proyek</a:t>
            </a:r>
            <a:r>
              <a:rPr lang="en-ID" sz="2500" dirty="0"/>
              <a:t> </a:t>
            </a:r>
            <a:r>
              <a:rPr lang="en-ID" sz="2500" dirty="0" err="1"/>
              <a:t>penelitian</a:t>
            </a:r>
            <a:r>
              <a:rPr lang="en-ID" sz="2500" dirty="0"/>
              <a:t>, </a:t>
            </a:r>
            <a:r>
              <a:rPr lang="en-ID" sz="2500" dirty="0" err="1"/>
              <a:t>tetapi</a:t>
            </a:r>
            <a:r>
              <a:rPr lang="en-ID" sz="2500" dirty="0"/>
              <a:t> </a:t>
            </a:r>
            <a:r>
              <a:rPr lang="en-ID" sz="2500" dirty="0" err="1"/>
              <a:t>dalam</a:t>
            </a:r>
            <a:r>
              <a:rPr lang="en-ID" sz="2500" dirty="0"/>
              <a:t> </a:t>
            </a:r>
            <a:r>
              <a:rPr lang="en-ID" sz="2500" dirty="0" err="1"/>
              <a:t>peristiwa</a:t>
            </a:r>
            <a:r>
              <a:rPr lang="en-ID" sz="2500" dirty="0"/>
              <a:t> </a:t>
            </a:r>
            <a:r>
              <a:rPr lang="en-ID" sz="2500" dirty="0" err="1"/>
              <a:t>itu</a:t>
            </a:r>
            <a:r>
              <a:rPr lang="en-ID" sz="2500" dirty="0"/>
              <a:t>, </a:t>
            </a:r>
            <a:r>
              <a:rPr lang="en-ID" sz="2500" dirty="0" err="1"/>
              <a:t>nampak</a:t>
            </a:r>
            <a:r>
              <a:rPr lang="en-ID" sz="2500" dirty="0"/>
              <a:t> </a:t>
            </a:r>
            <a:r>
              <a:rPr lang="en-ID" sz="2500" dirty="0" err="1"/>
              <a:t>adanya</a:t>
            </a:r>
            <a:r>
              <a:rPr lang="en-ID" sz="2500" dirty="0"/>
              <a:t> </a:t>
            </a:r>
            <a:r>
              <a:rPr lang="en-ID" sz="2500" b="1" dirty="0" err="1"/>
              <a:t>penyimpangan-penyimpangan</a:t>
            </a:r>
            <a:r>
              <a:rPr lang="en-ID" sz="2500" b="1" dirty="0"/>
              <a:t> </a:t>
            </a:r>
            <a:r>
              <a:rPr lang="en-ID" sz="2500" b="1" dirty="0" err="1"/>
              <a:t>dari</a:t>
            </a:r>
            <a:r>
              <a:rPr lang="en-ID" sz="2500" b="1" dirty="0"/>
              <a:t> </a:t>
            </a:r>
            <a:r>
              <a:rPr lang="en-ID" sz="2500" b="1" dirty="0" err="1"/>
              <a:t>standar</a:t>
            </a:r>
            <a:r>
              <a:rPr lang="en-ID" sz="2500" b="1" dirty="0"/>
              <a:t> yang </a:t>
            </a:r>
            <a:r>
              <a:rPr lang="en-ID" sz="2500" b="1" dirty="0" err="1"/>
              <a:t>ada</a:t>
            </a:r>
            <a:r>
              <a:rPr lang="en-ID" sz="2500" b="1" dirty="0"/>
              <a:t>, </a:t>
            </a:r>
            <a:r>
              <a:rPr lang="en-ID" sz="2500" b="1" dirty="0" err="1"/>
              <a:t>baik</a:t>
            </a:r>
            <a:r>
              <a:rPr lang="en-ID" sz="2500" b="1" dirty="0"/>
              <a:t> </a:t>
            </a:r>
            <a:r>
              <a:rPr lang="en-ID" sz="2500" b="1" dirty="0" err="1"/>
              <a:t>standar</a:t>
            </a:r>
            <a:r>
              <a:rPr lang="en-ID" sz="2500" b="1" dirty="0"/>
              <a:t> </a:t>
            </a:r>
            <a:r>
              <a:rPr lang="en-ID" sz="2500" b="1" dirty="0" err="1"/>
              <a:t>keilmuan</a:t>
            </a:r>
            <a:r>
              <a:rPr lang="en-ID" sz="2500" b="1" dirty="0"/>
              <a:t> </a:t>
            </a:r>
            <a:r>
              <a:rPr lang="en-ID" sz="2500" b="1" dirty="0" err="1"/>
              <a:t>maupun</a:t>
            </a:r>
            <a:r>
              <a:rPr lang="en-ID" sz="2500" b="1" dirty="0"/>
              <a:t> </a:t>
            </a:r>
            <a:r>
              <a:rPr lang="en-ID" sz="2500" b="1" dirty="0" err="1"/>
              <a:t>aturan-aturan</a:t>
            </a:r>
            <a:r>
              <a:rPr lang="en-ID" sz="2500" dirty="0"/>
              <a:t>. Dalam </a:t>
            </a:r>
            <a:r>
              <a:rPr lang="en-ID" sz="2500" dirty="0" err="1"/>
              <a:t>latar</a:t>
            </a:r>
            <a:r>
              <a:rPr lang="en-ID" sz="2500" dirty="0"/>
              <a:t> </a:t>
            </a:r>
            <a:r>
              <a:rPr lang="en-ID" sz="2500" dirty="0" err="1"/>
              <a:t>belakang</a:t>
            </a:r>
            <a:r>
              <a:rPr lang="en-ID" sz="2500" dirty="0"/>
              <a:t> </a:t>
            </a:r>
            <a:r>
              <a:rPr lang="en-ID" sz="2500" dirty="0" err="1"/>
              <a:t>ini</a:t>
            </a:r>
            <a:r>
              <a:rPr lang="en-ID" sz="2500" dirty="0"/>
              <a:t> </a:t>
            </a:r>
            <a:r>
              <a:rPr lang="en-ID" sz="2500" dirty="0" err="1"/>
              <a:t>peneliti</a:t>
            </a:r>
            <a:r>
              <a:rPr lang="en-ID" sz="2500" dirty="0"/>
              <a:t> </a:t>
            </a:r>
            <a:r>
              <a:rPr lang="en-ID" sz="2500" dirty="0" err="1"/>
              <a:t>harus</a:t>
            </a:r>
            <a:r>
              <a:rPr lang="en-ID" sz="2500" dirty="0"/>
              <a:t> </a:t>
            </a:r>
            <a:r>
              <a:rPr lang="en-ID" sz="2500" dirty="0" err="1"/>
              <a:t>melakukan</a:t>
            </a:r>
            <a:r>
              <a:rPr lang="en-ID" sz="2500" dirty="0"/>
              <a:t> </a:t>
            </a:r>
            <a:r>
              <a:rPr lang="en-ID" sz="2500" dirty="0" err="1"/>
              <a:t>analisis</a:t>
            </a:r>
            <a:r>
              <a:rPr lang="en-ID" sz="2500" dirty="0"/>
              <a:t> </a:t>
            </a:r>
            <a:r>
              <a:rPr lang="en-ID" sz="2500" dirty="0" err="1"/>
              <a:t>masalah</a:t>
            </a:r>
            <a:r>
              <a:rPr lang="en-ID" sz="2500" dirty="0"/>
              <a:t>, </a:t>
            </a:r>
            <a:r>
              <a:rPr lang="en-ID" sz="2500" dirty="0" err="1"/>
              <a:t>sehingga</a:t>
            </a:r>
            <a:r>
              <a:rPr lang="en-ID" sz="2500" dirty="0"/>
              <a:t> </a:t>
            </a:r>
            <a:r>
              <a:rPr lang="en-ID" sz="2500" dirty="0" err="1"/>
              <a:t>permasalahan</a:t>
            </a:r>
            <a:r>
              <a:rPr lang="en-ID" sz="2500" dirty="0"/>
              <a:t> </a:t>
            </a:r>
            <a:r>
              <a:rPr lang="en-ID" sz="2500" dirty="0" err="1"/>
              <a:t>menjadi</a:t>
            </a:r>
            <a:r>
              <a:rPr lang="en-ID" sz="2500" dirty="0"/>
              <a:t> </a:t>
            </a:r>
            <a:r>
              <a:rPr lang="en-ID" sz="2500" dirty="0" err="1"/>
              <a:t>jelas</a:t>
            </a:r>
            <a:r>
              <a:rPr lang="en-ID" sz="2500" dirty="0"/>
              <a:t>. </a:t>
            </a:r>
            <a:r>
              <a:rPr lang="en-ID" sz="2500" dirty="0" err="1"/>
              <a:t>Melalui</a:t>
            </a:r>
            <a:r>
              <a:rPr lang="en-ID" sz="2500" dirty="0"/>
              <a:t> </a:t>
            </a:r>
            <a:r>
              <a:rPr lang="en-ID" sz="2500" b="1" dirty="0" err="1"/>
              <a:t>analisis</a:t>
            </a:r>
            <a:r>
              <a:rPr lang="en-ID" sz="2500" b="1" dirty="0"/>
              <a:t> </a:t>
            </a:r>
            <a:r>
              <a:rPr lang="en-ID" sz="2500" b="1" dirty="0" err="1"/>
              <a:t>masalah</a:t>
            </a:r>
            <a:r>
              <a:rPr lang="en-ID" sz="2500" b="1" dirty="0"/>
              <a:t> </a:t>
            </a:r>
            <a:r>
              <a:rPr lang="en-ID" sz="2500" dirty="0" err="1"/>
              <a:t>ini</a:t>
            </a:r>
            <a:r>
              <a:rPr lang="en-ID" sz="2500" dirty="0"/>
              <a:t>, </a:t>
            </a:r>
            <a:r>
              <a:rPr lang="en-ID" sz="2500" dirty="0" err="1"/>
              <a:t>peneliti</a:t>
            </a:r>
            <a:r>
              <a:rPr lang="en-ID" sz="2500" dirty="0"/>
              <a:t> </a:t>
            </a:r>
            <a:r>
              <a:rPr lang="en-ID" sz="2500" dirty="0" err="1"/>
              <a:t>harus</a:t>
            </a:r>
            <a:r>
              <a:rPr lang="en-ID" sz="2500" dirty="0"/>
              <a:t> </a:t>
            </a:r>
            <a:r>
              <a:rPr lang="en-ID" sz="2500" dirty="0" err="1"/>
              <a:t>dapat</a:t>
            </a:r>
            <a:r>
              <a:rPr lang="en-ID" sz="2500" dirty="0"/>
              <a:t> </a:t>
            </a:r>
            <a:r>
              <a:rPr lang="en-ID" sz="2500" dirty="0" err="1"/>
              <a:t>menunjukkan</a:t>
            </a:r>
            <a:r>
              <a:rPr lang="en-ID" sz="2500" dirty="0"/>
              <a:t> </a:t>
            </a:r>
            <a:r>
              <a:rPr lang="en-ID" sz="2500" b="1" dirty="0" err="1"/>
              <a:t>adanya</a:t>
            </a:r>
            <a:r>
              <a:rPr lang="en-ID" sz="2500" b="1" dirty="0"/>
              <a:t> </a:t>
            </a:r>
            <a:r>
              <a:rPr lang="en-ID" sz="2500" b="1" dirty="0" err="1"/>
              <a:t>suatu</a:t>
            </a:r>
            <a:r>
              <a:rPr lang="en-ID" sz="2500" b="1" dirty="0"/>
              <a:t> </a:t>
            </a:r>
            <a:r>
              <a:rPr lang="en-ID" sz="2500" b="1" dirty="0" err="1"/>
              <a:t>penyimpangan</a:t>
            </a:r>
            <a:r>
              <a:rPr lang="en-ID" sz="2500" b="1" dirty="0"/>
              <a:t> dan </a:t>
            </a:r>
            <a:r>
              <a:rPr lang="en-ID" sz="2500" b="1" dirty="0" err="1"/>
              <a:t>menuliskan</a:t>
            </a:r>
            <a:r>
              <a:rPr lang="en-ID" sz="2500" b="1" dirty="0"/>
              <a:t> </a:t>
            </a:r>
            <a:r>
              <a:rPr lang="en-ID" sz="2500" b="1" dirty="0" err="1"/>
              <a:t>mengapa</a:t>
            </a:r>
            <a:r>
              <a:rPr lang="en-ID" sz="2500" b="1" dirty="0"/>
              <a:t> </a:t>
            </a:r>
            <a:r>
              <a:rPr lang="en-ID" sz="2500" b="1" dirty="0" err="1"/>
              <a:t>hal</a:t>
            </a:r>
            <a:r>
              <a:rPr lang="en-ID" sz="2500" b="1" dirty="0"/>
              <a:t> </a:t>
            </a:r>
            <a:r>
              <a:rPr lang="en-ID" sz="2500" b="1" dirty="0" err="1"/>
              <a:t>itu</a:t>
            </a:r>
            <a:r>
              <a:rPr lang="en-ID" sz="2500" b="1" dirty="0"/>
              <a:t> </a:t>
            </a:r>
            <a:r>
              <a:rPr lang="en-ID" sz="2500" b="1" dirty="0" err="1"/>
              <a:t>perlu</a:t>
            </a:r>
            <a:r>
              <a:rPr lang="en-ID" sz="2500" b="1" dirty="0"/>
              <a:t> </a:t>
            </a:r>
            <a:r>
              <a:rPr lang="en-ID" sz="2500" b="1" dirty="0" err="1"/>
              <a:t>diteliti</a:t>
            </a:r>
            <a:r>
              <a:rPr lang="en-ID" sz="2500" dirty="0"/>
              <a:t> (</a:t>
            </a:r>
            <a:r>
              <a:rPr lang="en-ID" sz="2500" dirty="0" err="1"/>
              <a:t>Sugiyono</a:t>
            </a:r>
            <a:r>
              <a:rPr lang="en-ID" sz="2500" dirty="0"/>
              <a:t>, 1999:302).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1C89A3-74ED-8B84-2409-4EF33A3447C2}"/>
              </a:ext>
            </a:extLst>
          </p:cNvPr>
          <p:cNvSpPr/>
          <p:nvPr/>
        </p:nvSpPr>
        <p:spPr>
          <a:xfrm>
            <a:off x="546265" y="4673022"/>
            <a:ext cx="11137569" cy="20544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D" sz="2500" dirty="0"/>
              <a:t>Bagian </a:t>
            </a:r>
            <a:r>
              <a:rPr lang="en-ID" sz="2500" dirty="0" err="1"/>
              <a:t>latar</a:t>
            </a:r>
            <a:r>
              <a:rPr lang="en-ID" sz="2500" dirty="0"/>
              <a:t> </a:t>
            </a:r>
            <a:r>
              <a:rPr lang="en-ID" sz="2500" dirty="0" err="1"/>
              <a:t>belakang</a:t>
            </a:r>
            <a:r>
              <a:rPr lang="en-ID" sz="2500" dirty="0"/>
              <a:t> </a:t>
            </a:r>
            <a:r>
              <a:rPr lang="en-ID" sz="2500" dirty="0" err="1"/>
              <a:t>masalah</a:t>
            </a:r>
            <a:r>
              <a:rPr lang="en-ID" sz="2500" dirty="0"/>
              <a:t> </a:t>
            </a:r>
            <a:r>
              <a:rPr lang="en-ID" sz="2500" dirty="0" err="1"/>
              <a:t>menjelaskan</a:t>
            </a:r>
            <a:r>
              <a:rPr lang="en-ID" sz="2500" dirty="0"/>
              <a:t> </a:t>
            </a:r>
            <a:r>
              <a:rPr lang="en-ID" sz="2500" b="1" dirty="0" err="1"/>
              <a:t>mengapa</a:t>
            </a:r>
            <a:r>
              <a:rPr lang="en-ID" sz="2500" b="1" dirty="0"/>
              <a:t> </a:t>
            </a:r>
            <a:r>
              <a:rPr lang="en-ID" sz="2500" b="1" dirty="0" err="1"/>
              <a:t>suatu</a:t>
            </a:r>
            <a:r>
              <a:rPr lang="en-ID" sz="2500" b="1" dirty="0"/>
              <a:t> </a:t>
            </a:r>
            <a:r>
              <a:rPr lang="en-ID" sz="2500" b="1" dirty="0" err="1"/>
              <a:t>penelitian</a:t>
            </a:r>
            <a:r>
              <a:rPr lang="en-ID" sz="2500" b="1" dirty="0"/>
              <a:t> </a:t>
            </a:r>
            <a:r>
              <a:rPr lang="en-ID" sz="2500" b="1" dirty="0" err="1"/>
              <a:t>dilaksanakan</a:t>
            </a:r>
            <a:r>
              <a:rPr lang="en-ID" sz="2500" b="1" dirty="0"/>
              <a:t> </a:t>
            </a:r>
            <a:r>
              <a:rPr lang="en-ID" sz="2500" dirty="0"/>
              <a:t>dan </a:t>
            </a:r>
            <a:r>
              <a:rPr lang="en-ID" sz="2500" b="1" dirty="0" err="1"/>
              <a:t>apa</a:t>
            </a:r>
            <a:r>
              <a:rPr lang="en-ID" sz="2500" b="1" dirty="0"/>
              <a:t> yang </a:t>
            </a:r>
            <a:r>
              <a:rPr lang="en-ID" sz="2500" b="1" dirty="0" err="1"/>
              <a:t>ingin</a:t>
            </a:r>
            <a:r>
              <a:rPr lang="en-ID" sz="2500" b="1" dirty="0"/>
              <a:t> </a:t>
            </a:r>
            <a:r>
              <a:rPr lang="en-ID" sz="2500" b="1" dirty="0" err="1"/>
              <a:t>dicapai</a:t>
            </a:r>
            <a:r>
              <a:rPr lang="en-ID" sz="2500" b="1" dirty="0"/>
              <a:t> </a:t>
            </a:r>
            <a:r>
              <a:rPr lang="en-ID" sz="2500" b="1" dirty="0" err="1"/>
              <a:t>atau</a:t>
            </a:r>
            <a:r>
              <a:rPr lang="en-ID" sz="2500" b="1" dirty="0"/>
              <a:t> </a:t>
            </a:r>
            <a:r>
              <a:rPr lang="en-ID" sz="2500" b="1" dirty="0" err="1"/>
              <a:t>diketahui</a:t>
            </a:r>
            <a:r>
              <a:rPr lang="en-ID" sz="2500" b="1" dirty="0"/>
              <a:t> </a:t>
            </a:r>
            <a:r>
              <a:rPr lang="en-ID" sz="2500" b="1" dirty="0" err="1"/>
              <a:t>dari</a:t>
            </a:r>
            <a:r>
              <a:rPr lang="en-ID" sz="2500" b="1" dirty="0"/>
              <a:t> </a:t>
            </a:r>
            <a:r>
              <a:rPr lang="en-ID" sz="2500" b="1" dirty="0" err="1"/>
              <a:t>pelaksanaan</a:t>
            </a:r>
            <a:r>
              <a:rPr lang="en-ID" sz="2500" b="1" dirty="0"/>
              <a:t> </a:t>
            </a:r>
            <a:r>
              <a:rPr lang="en-ID" sz="2500" b="1" dirty="0" err="1"/>
              <a:t>penelitian</a:t>
            </a:r>
            <a:r>
              <a:rPr lang="en-ID" sz="2500" b="1" dirty="0"/>
              <a:t> </a:t>
            </a:r>
            <a:r>
              <a:rPr lang="en-ID" sz="2500" b="1" dirty="0" err="1"/>
              <a:t>tersebut</a:t>
            </a:r>
            <a:r>
              <a:rPr lang="en-ID" sz="2500" dirty="0"/>
              <a:t>. Fakta dan data yang </a:t>
            </a:r>
            <a:r>
              <a:rPr lang="en-ID" sz="2500" dirty="0" err="1"/>
              <a:t>mendukung</a:t>
            </a:r>
            <a:r>
              <a:rPr lang="en-ID" sz="2500" dirty="0"/>
              <a:t> </a:t>
            </a:r>
            <a:r>
              <a:rPr lang="en-ID" sz="2500" dirty="0" err="1"/>
              <a:t>harus</a:t>
            </a:r>
            <a:r>
              <a:rPr lang="en-ID" sz="2500" dirty="0"/>
              <a:t> </a:t>
            </a:r>
            <a:r>
              <a:rPr lang="en-ID" sz="2500" dirty="0" err="1"/>
              <a:t>dicantumkan</a:t>
            </a:r>
            <a:r>
              <a:rPr lang="en-ID" sz="2500" dirty="0"/>
              <a:t> (Dermawan Wibisono, 2000:304). </a:t>
            </a:r>
          </a:p>
        </p:txBody>
      </p:sp>
    </p:spTree>
    <p:extLst>
      <p:ext uri="{BB962C8B-B14F-4D97-AF65-F5344CB8AC3E}">
        <p14:creationId xmlns:p14="http://schemas.microsoft.com/office/powerpoint/2010/main" val="260115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CD26-8C08-56A8-E8DA-754F9C20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Definisi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EAB2-55C0-C4D4-773B-4F88877F3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3739"/>
            <a:ext cx="11001499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D" sz="3000" dirty="0"/>
              <a:t>Andrik </a:t>
            </a:r>
            <a:r>
              <a:rPr lang="en-ID" sz="3000" dirty="0" err="1"/>
              <a:t>Purwasito</a:t>
            </a:r>
            <a:r>
              <a:rPr lang="en-ID" sz="3000" dirty="0"/>
              <a:t> (2004), </a:t>
            </a:r>
            <a:r>
              <a:rPr lang="en-ID" sz="3000" dirty="0" err="1"/>
              <a:t>latar</a:t>
            </a:r>
            <a:r>
              <a:rPr lang="en-ID" sz="3000" dirty="0"/>
              <a:t> </a:t>
            </a:r>
            <a:r>
              <a:rPr lang="en-ID" sz="3000" dirty="0" err="1"/>
              <a:t>belakang</a:t>
            </a:r>
            <a:r>
              <a:rPr lang="en-ID" sz="3000" dirty="0"/>
              <a:t> </a:t>
            </a:r>
            <a:r>
              <a:rPr lang="en-ID" sz="3000" dirty="0" err="1"/>
              <a:t>masalah</a:t>
            </a:r>
            <a:r>
              <a:rPr lang="en-ID" sz="3000" dirty="0"/>
              <a:t> </a:t>
            </a:r>
            <a:r>
              <a:rPr lang="en-ID" sz="3000" dirty="0" err="1"/>
              <a:t>setidaknya</a:t>
            </a:r>
            <a:r>
              <a:rPr lang="en-ID" sz="3000" dirty="0"/>
              <a:t> </a:t>
            </a:r>
            <a:r>
              <a:rPr lang="en-ID" sz="3000" dirty="0" err="1"/>
              <a:t>memuat</a:t>
            </a:r>
            <a:r>
              <a:rPr lang="en-ID" sz="3000" dirty="0"/>
              <a:t> </a:t>
            </a:r>
            <a:r>
              <a:rPr lang="en-ID" sz="3000" dirty="0" err="1"/>
              <a:t>hal-hal</a:t>
            </a:r>
            <a:r>
              <a:rPr lang="en-ID" sz="3000" dirty="0"/>
              <a:t> </a:t>
            </a:r>
            <a:r>
              <a:rPr lang="en-ID" sz="3000" dirty="0" err="1"/>
              <a:t>sebagai</a:t>
            </a:r>
            <a:r>
              <a:rPr lang="en-ID" sz="3000" dirty="0"/>
              <a:t> </a:t>
            </a:r>
            <a:r>
              <a:rPr lang="en-ID" sz="3000" dirty="0" err="1"/>
              <a:t>berikut</a:t>
            </a:r>
            <a:r>
              <a:rPr lang="en-ID" sz="3000" dirty="0"/>
              <a:t>:</a:t>
            </a:r>
          </a:p>
          <a:p>
            <a:pPr marL="514350" indent="-514350" algn="just">
              <a:buAutoNum type="arabicPeriod"/>
            </a:pPr>
            <a:r>
              <a:rPr lang="en-ID" sz="3000" b="1" dirty="0"/>
              <a:t>Faktor-</a:t>
            </a:r>
            <a:r>
              <a:rPr lang="en-ID" sz="3000" b="1" dirty="0" err="1"/>
              <a:t>faktor</a:t>
            </a:r>
            <a:r>
              <a:rPr lang="en-ID" sz="3000" b="1" dirty="0"/>
              <a:t> </a:t>
            </a:r>
            <a:r>
              <a:rPr lang="en-ID" sz="3000" b="1" dirty="0" err="1"/>
              <a:t>apa</a:t>
            </a:r>
            <a:r>
              <a:rPr lang="en-ID" sz="3000" b="1" dirty="0"/>
              <a:t> </a:t>
            </a:r>
            <a:r>
              <a:rPr lang="en-ID" sz="3000" b="1" dirty="0" err="1"/>
              <a:t>saja</a:t>
            </a:r>
            <a:r>
              <a:rPr lang="en-ID" sz="3000" b="1" dirty="0"/>
              <a:t> yang </a:t>
            </a:r>
            <a:r>
              <a:rPr lang="en-ID" sz="3000" b="1" dirty="0" err="1"/>
              <a:t>menjadi</a:t>
            </a:r>
            <a:r>
              <a:rPr lang="en-ID" sz="3000" b="1" dirty="0"/>
              <a:t> </a:t>
            </a:r>
            <a:r>
              <a:rPr lang="en-ID" sz="3000" b="1" dirty="0" err="1"/>
              <a:t>perhatian</a:t>
            </a:r>
            <a:r>
              <a:rPr lang="en-ID" sz="3000" b="1" dirty="0"/>
              <a:t> </a:t>
            </a:r>
            <a:r>
              <a:rPr lang="en-ID" sz="3000" b="1" dirty="0" err="1"/>
              <a:t>anda</a:t>
            </a:r>
            <a:r>
              <a:rPr lang="en-ID" sz="3000" b="1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dirty="0" err="1"/>
              <a:t>dijadikan</a:t>
            </a:r>
            <a:r>
              <a:rPr lang="en-ID" sz="3000" dirty="0"/>
              <a:t> </a:t>
            </a:r>
            <a:r>
              <a:rPr lang="en-ID" sz="3000" dirty="0" err="1"/>
              <a:t>suatu</a:t>
            </a:r>
            <a:r>
              <a:rPr lang="en-ID" sz="3000" dirty="0"/>
              <a:t> </a:t>
            </a:r>
            <a:r>
              <a:rPr lang="en-ID" sz="3000" dirty="0" err="1"/>
              <a:t>latar</a:t>
            </a:r>
            <a:r>
              <a:rPr lang="en-ID" sz="3000" dirty="0"/>
              <a:t> </a:t>
            </a:r>
            <a:r>
              <a:rPr lang="en-ID" sz="3000" dirty="0" err="1"/>
              <a:t>belakang</a:t>
            </a:r>
            <a:r>
              <a:rPr lang="en-ID" sz="3000" dirty="0"/>
              <a:t>. </a:t>
            </a:r>
            <a:r>
              <a:rPr lang="en-ID" sz="3000" dirty="0" err="1"/>
              <a:t>Itulah</a:t>
            </a:r>
            <a:r>
              <a:rPr lang="en-ID" sz="3000" dirty="0"/>
              <a:t> yang </a:t>
            </a:r>
            <a:r>
              <a:rPr lang="en-ID" sz="3000" dirty="0" err="1"/>
              <a:t>disebut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</a:t>
            </a:r>
            <a:r>
              <a:rPr lang="en-ID" sz="3000" dirty="0" err="1"/>
              <a:t>latar</a:t>
            </a:r>
            <a:r>
              <a:rPr lang="en-ID" sz="3000" dirty="0"/>
              <a:t> </a:t>
            </a:r>
            <a:r>
              <a:rPr lang="en-ID" sz="3000" dirty="0" err="1"/>
              <a:t>belakang</a:t>
            </a:r>
            <a:r>
              <a:rPr lang="en-ID" sz="3000" dirty="0"/>
              <a:t> </a:t>
            </a:r>
            <a:r>
              <a:rPr lang="en-ID" sz="3000" dirty="0" err="1"/>
              <a:t>faktual</a:t>
            </a:r>
            <a:r>
              <a:rPr lang="en-ID" sz="3000" dirty="0"/>
              <a:t> (</a:t>
            </a:r>
            <a:r>
              <a:rPr lang="en-ID" sz="3000" dirty="0" err="1"/>
              <a:t>identifikasi</a:t>
            </a:r>
            <a:r>
              <a:rPr lang="en-ID" sz="3000" dirty="0"/>
              <a:t> </a:t>
            </a:r>
            <a:r>
              <a:rPr lang="en-ID" sz="3000" dirty="0" err="1"/>
              <a:t>masalah</a:t>
            </a:r>
            <a:r>
              <a:rPr lang="en-ID" sz="3000" dirty="0"/>
              <a:t> yang </a:t>
            </a:r>
            <a:r>
              <a:rPr lang="en-ID" sz="3000" dirty="0" err="1"/>
              <a:t>relevan</a:t>
            </a:r>
            <a:r>
              <a:rPr lang="en-ID" sz="3000" dirty="0"/>
              <a:t>). </a:t>
            </a:r>
          </a:p>
          <a:p>
            <a:pPr marL="514350" indent="-514350" algn="just">
              <a:buAutoNum type="arabicPeriod"/>
            </a:pPr>
            <a:r>
              <a:rPr lang="en-ID" sz="3000" b="1" dirty="0" err="1"/>
              <a:t>Informasi</a:t>
            </a:r>
            <a:r>
              <a:rPr lang="en-ID" sz="3000" b="1" dirty="0"/>
              <a:t> </a:t>
            </a:r>
            <a:r>
              <a:rPr lang="en-ID" sz="3000" b="1" dirty="0" err="1"/>
              <a:t>kasus</a:t>
            </a:r>
            <a:r>
              <a:rPr lang="en-ID" sz="3000" b="1" dirty="0"/>
              <a:t>, </a:t>
            </a:r>
            <a:r>
              <a:rPr lang="en-ID" sz="3000" b="1" dirty="0" err="1"/>
              <a:t>baik</a:t>
            </a:r>
            <a:r>
              <a:rPr lang="en-ID" sz="3000" b="1" dirty="0"/>
              <a:t> </a:t>
            </a:r>
            <a:r>
              <a:rPr lang="en-ID" sz="3000" b="1" dirty="0" err="1"/>
              <a:t>secara</a:t>
            </a:r>
            <a:r>
              <a:rPr lang="en-ID" sz="3000" b="1" dirty="0"/>
              <a:t> </a:t>
            </a:r>
            <a:r>
              <a:rPr lang="en-ID" sz="3000" b="1" dirty="0" err="1"/>
              <a:t>langsung</a:t>
            </a:r>
            <a:r>
              <a:rPr lang="en-ID" sz="3000" b="1" dirty="0"/>
              <a:t> </a:t>
            </a:r>
            <a:r>
              <a:rPr lang="en-ID" sz="3000" b="1" dirty="0" err="1"/>
              <a:t>lewat</a:t>
            </a:r>
            <a:r>
              <a:rPr lang="en-ID" sz="3000" b="1" dirty="0"/>
              <a:t> </a:t>
            </a:r>
            <a:r>
              <a:rPr lang="en-ID" sz="3000" b="1" dirty="0" err="1"/>
              <a:t>pengamatan</a:t>
            </a:r>
            <a:r>
              <a:rPr lang="en-ID" sz="3000" b="1" dirty="0"/>
              <a:t> di </a:t>
            </a:r>
            <a:r>
              <a:rPr lang="en-ID" sz="3000" b="1" dirty="0" err="1"/>
              <a:t>masyarakat</a:t>
            </a:r>
            <a:r>
              <a:rPr lang="en-ID" sz="3000" b="1" dirty="0"/>
              <a:t> </a:t>
            </a:r>
            <a:r>
              <a:rPr lang="en-ID" sz="3000" b="1" dirty="0" err="1"/>
              <a:t>maupun</a:t>
            </a:r>
            <a:r>
              <a:rPr lang="en-ID" sz="3000" b="1" dirty="0"/>
              <a:t> </a:t>
            </a:r>
            <a:r>
              <a:rPr lang="en-ID" sz="3000" b="1" dirty="0" err="1"/>
              <a:t>lewat</a:t>
            </a:r>
            <a:r>
              <a:rPr lang="en-ID" sz="3000" b="1" dirty="0"/>
              <a:t> </a:t>
            </a:r>
            <a:r>
              <a:rPr lang="en-ID" sz="3000" b="1" dirty="0" err="1"/>
              <a:t>buku-buku</a:t>
            </a:r>
            <a:r>
              <a:rPr lang="en-ID" sz="3000" b="1" dirty="0"/>
              <a:t> </a:t>
            </a:r>
            <a:r>
              <a:rPr lang="en-ID" sz="3000" b="1" dirty="0" err="1"/>
              <a:t>referensi</a:t>
            </a:r>
            <a:r>
              <a:rPr lang="en-ID" sz="3000" b="1" dirty="0"/>
              <a:t>, dan </a:t>
            </a:r>
            <a:r>
              <a:rPr lang="en-ID" sz="3000" b="1" dirty="0" err="1"/>
              <a:t>hasil-hasil</a:t>
            </a:r>
            <a:r>
              <a:rPr lang="en-ID" sz="3000" b="1" dirty="0"/>
              <a:t> </a:t>
            </a:r>
            <a:r>
              <a:rPr lang="en-ID" sz="3000" b="1" dirty="0" err="1"/>
              <a:t>penelitian</a:t>
            </a:r>
            <a:r>
              <a:rPr lang="en-ID" sz="3000" b="1" dirty="0"/>
              <a:t> lain yang </a:t>
            </a:r>
            <a:r>
              <a:rPr lang="en-ID" sz="3000" b="1" dirty="0" err="1"/>
              <a:t>sejenis</a:t>
            </a:r>
            <a:r>
              <a:rPr lang="en-ID" sz="3000" b="1" dirty="0"/>
              <a:t>, </a:t>
            </a:r>
            <a:r>
              <a:rPr lang="en-ID" sz="3000" b="1" dirty="0" err="1"/>
              <a:t>ini</a:t>
            </a:r>
            <a:r>
              <a:rPr lang="en-ID" sz="3000" b="1" dirty="0"/>
              <a:t> </a:t>
            </a:r>
            <a:r>
              <a:rPr lang="en-ID" sz="3000" b="1" dirty="0" err="1"/>
              <a:t>disebut</a:t>
            </a:r>
            <a:r>
              <a:rPr lang="en-ID" sz="3000" b="1" dirty="0"/>
              <a:t> </a:t>
            </a:r>
            <a:r>
              <a:rPr lang="en-ID" sz="3000" b="1" dirty="0" err="1"/>
              <a:t>latar</a:t>
            </a:r>
            <a:r>
              <a:rPr lang="en-ID" sz="3000" b="1" dirty="0"/>
              <a:t> </a:t>
            </a:r>
            <a:r>
              <a:rPr lang="en-ID" sz="3000" b="1" dirty="0" err="1"/>
              <a:t>belakang</a:t>
            </a:r>
            <a:r>
              <a:rPr lang="en-ID" sz="3000" b="1" dirty="0"/>
              <a:t> </a:t>
            </a:r>
            <a:r>
              <a:rPr lang="en-ID" sz="3000" b="1" dirty="0" err="1"/>
              <a:t>teoritis</a:t>
            </a:r>
            <a:r>
              <a:rPr lang="en-ID" sz="3000" b="1" dirty="0"/>
              <a:t>. </a:t>
            </a:r>
            <a:r>
              <a:rPr lang="en-ID" sz="3000" dirty="0" err="1"/>
              <a:t>Peneliti</a:t>
            </a:r>
            <a:r>
              <a:rPr lang="en-ID" sz="3000" dirty="0"/>
              <a:t> </a:t>
            </a:r>
            <a:r>
              <a:rPr lang="en-ID" sz="3000" dirty="0" err="1"/>
              <a:t>menghubungkan</a:t>
            </a:r>
            <a:r>
              <a:rPr lang="en-ID" sz="3000" dirty="0"/>
              <a:t> </a:t>
            </a:r>
            <a:r>
              <a:rPr lang="en-ID" sz="3000" dirty="0" err="1"/>
              <a:t>kasus</a:t>
            </a:r>
            <a:r>
              <a:rPr lang="en-ID" sz="3000" dirty="0"/>
              <a:t> yang </a:t>
            </a:r>
            <a:r>
              <a:rPr lang="en-ID" sz="3000" dirty="0" err="1"/>
              <a:t>satu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yang lain, </a:t>
            </a:r>
            <a:r>
              <a:rPr lang="en-ID" sz="3000" dirty="0" err="1"/>
              <a:t>Bagaimana</a:t>
            </a:r>
            <a:r>
              <a:rPr lang="en-ID" sz="3000" dirty="0"/>
              <a:t> </a:t>
            </a:r>
            <a:r>
              <a:rPr lang="en-ID" sz="3000" dirty="0" err="1"/>
              <a:t>kasus-kasus</a:t>
            </a:r>
            <a:r>
              <a:rPr lang="en-ID" sz="3000" dirty="0"/>
              <a:t> </a:t>
            </a:r>
            <a:r>
              <a:rPr lang="en-ID" sz="3000" dirty="0" err="1"/>
              <a:t>kontemporer</a:t>
            </a:r>
            <a:r>
              <a:rPr lang="en-ID" sz="3000" dirty="0"/>
              <a:t> </a:t>
            </a:r>
            <a:r>
              <a:rPr lang="en-ID" sz="3000" dirty="0" err="1"/>
              <a:t>berhubungan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</a:t>
            </a:r>
            <a:r>
              <a:rPr lang="en-ID" sz="3000" dirty="0" err="1"/>
              <a:t>kasus-kasus</a:t>
            </a:r>
            <a:r>
              <a:rPr lang="en-ID" sz="3000" dirty="0"/>
              <a:t> </a:t>
            </a:r>
            <a:r>
              <a:rPr lang="en-ID" sz="3000" dirty="0" err="1"/>
              <a:t>terdahulu</a:t>
            </a:r>
            <a:r>
              <a:rPr lang="en-ID" sz="3000" dirty="0"/>
              <a:t>, dan </a:t>
            </a:r>
            <a:r>
              <a:rPr lang="en-ID" sz="3000" dirty="0" err="1"/>
              <a:t>bagaimana</a:t>
            </a:r>
            <a:r>
              <a:rPr lang="en-ID" sz="3000" dirty="0"/>
              <a:t> </a:t>
            </a:r>
            <a:r>
              <a:rPr lang="en-ID" sz="3000" dirty="0" err="1"/>
              <a:t>antara</a:t>
            </a:r>
            <a:r>
              <a:rPr lang="en-ID" sz="3000" dirty="0"/>
              <a:t> </a:t>
            </a:r>
            <a:r>
              <a:rPr lang="en-ID" sz="3000" dirty="0" err="1"/>
              <a:t>teori-teori</a:t>
            </a:r>
            <a:r>
              <a:rPr lang="en-ID" sz="3000" dirty="0"/>
              <a:t> yang </a:t>
            </a:r>
            <a:r>
              <a:rPr lang="en-ID" sz="3000" dirty="0" err="1"/>
              <a:t>dapat</a:t>
            </a:r>
            <a:r>
              <a:rPr lang="en-ID" sz="3000" dirty="0"/>
              <a:t> </a:t>
            </a:r>
            <a:r>
              <a:rPr lang="en-ID" sz="3000" dirty="0" err="1"/>
              <a:t>menjelaskan</a:t>
            </a:r>
            <a:r>
              <a:rPr lang="en-ID" sz="3000" dirty="0"/>
              <a:t> </a:t>
            </a:r>
            <a:r>
              <a:rPr lang="en-ID" sz="3000" dirty="0" err="1"/>
              <a:t>fenomena</a:t>
            </a:r>
            <a:r>
              <a:rPr lang="en-ID" sz="3000" dirty="0"/>
              <a:t> </a:t>
            </a:r>
            <a:r>
              <a:rPr lang="en-ID" sz="3000" dirty="0" err="1"/>
              <a:t>perubahan</a:t>
            </a:r>
            <a:r>
              <a:rPr lang="en-ID" sz="3000" dirty="0"/>
              <a:t> </a:t>
            </a:r>
            <a:r>
              <a:rPr lang="en-ID" sz="3000" dirty="0" err="1"/>
              <a:t>tersebut</a:t>
            </a:r>
            <a:r>
              <a:rPr lang="en-ID" sz="3000" dirty="0"/>
              <a:t> </a:t>
            </a:r>
            <a:r>
              <a:rPr lang="en-ID" sz="3000" dirty="0" err="1"/>
              <a:t>dari</a:t>
            </a:r>
            <a:r>
              <a:rPr lang="en-ID" sz="3000" dirty="0"/>
              <a:t> </a:t>
            </a:r>
            <a:r>
              <a:rPr lang="en-ID" sz="3000" dirty="0" err="1"/>
              <a:t>waktu</a:t>
            </a:r>
            <a:r>
              <a:rPr lang="en-ID" sz="3000" dirty="0"/>
              <a:t> </a:t>
            </a:r>
            <a:r>
              <a:rPr lang="en-ID" sz="3000" dirty="0" err="1"/>
              <a:t>ke</a:t>
            </a:r>
            <a:r>
              <a:rPr lang="en-ID" sz="3000" dirty="0"/>
              <a:t> </a:t>
            </a:r>
            <a:r>
              <a:rPr lang="en-ID" sz="3000" dirty="0" err="1"/>
              <a:t>waktu</a:t>
            </a:r>
            <a:r>
              <a:rPr lang="en-ID" sz="3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7770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FF05F-4911-A6A2-CFD5-81DE3A42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E48-90AD-1E0D-CD06-B4BB654F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Definisi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D638F-0C7B-D3AF-75A5-76167F742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ID" b="1" dirty="0" err="1"/>
              <a:t>Tonggak</a:t>
            </a:r>
            <a:r>
              <a:rPr lang="en-ID" b="1" dirty="0"/>
              <a:t> </a:t>
            </a:r>
            <a:r>
              <a:rPr lang="en-ID" b="1" dirty="0" err="1"/>
              <a:t>problematik</a:t>
            </a:r>
            <a:r>
              <a:rPr lang="en-ID" b="1" dirty="0"/>
              <a:t> yang </a:t>
            </a:r>
            <a:r>
              <a:rPr lang="en-ID" b="1" dirty="0" err="1"/>
              <a:t>berisi</a:t>
            </a:r>
            <a:r>
              <a:rPr lang="en-ID" b="1" dirty="0"/>
              <a:t> </a:t>
            </a:r>
            <a:r>
              <a:rPr lang="en-ID" b="1" dirty="0" err="1"/>
              <a:t>berbagai</a:t>
            </a:r>
            <a:r>
              <a:rPr lang="en-ID" b="1" dirty="0"/>
              <a:t> </a:t>
            </a:r>
            <a:r>
              <a:rPr lang="en-ID" b="1" dirty="0" err="1"/>
              <a:t>persoalan</a:t>
            </a:r>
            <a:r>
              <a:rPr lang="en-ID" b="1" dirty="0"/>
              <a:t> yang </a:t>
            </a:r>
            <a:r>
              <a:rPr lang="en-ID" b="1" dirty="0" err="1"/>
              <a:t>akan</a:t>
            </a:r>
            <a:r>
              <a:rPr lang="en-ID" b="1" dirty="0"/>
              <a:t> </a:t>
            </a:r>
            <a:r>
              <a:rPr lang="en-ID" b="1" dirty="0" err="1"/>
              <a:t>dijawab</a:t>
            </a:r>
            <a:r>
              <a:rPr lang="en-ID" b="1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bab-bab</a:t>
            </a:r>
            <a:r>
              <a:rPr lang="en-ID" dirty="0"/>
              <a:t> </a:t>
            </a:r>
            <a:r>
              <a:rPr lang="en-ID" dirty="0" err="1"/>
              <a:t>selanjutnya</a:t>
            </a:r>
            <a:r>
              <a:rPr lang="en-ID" dirty="0"/>
              <a:t>. Latar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berpikir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mempermudah</a:t>
            </a:r>
            <a:r>
              <a:rPr lang="en-ID" dirty="0"/>
              <a:t>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mensistematisir</a:t>
            </a:r>
            <a:r>
              <a:rPr lang="en-ID" dirty="0"/>
              <a:t> </a:t>
            </a:r>
            <a:r>
              <a:rPr lang="en-ID" dirty="0" err="1"/>
              <a:t>persoalan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dipecahkan</a:t>
            </a:r>
            <a:r>
              <a:rPr lang="en-ID" dirty="0"/>
              <a:t>.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dijawab</a:t>
            </a:r>
            <a:r>
              <a:rPr lang="en-ID" dirty="0"/>
              <a:t> </a:t>
            </a:r>
            <a:r>
              <a:rPr lang="en-ID" dirty="0" err="1"/>
              <a:t>sebaiknya</a:t>
            </a:r>
            <a:r>
              <a:rPr lang="en-ID" dirty="0"/>
              <a:t> </a:t>
            </a:r>
            <a:r>
              <a:rPr lang="en-ID" dirty="0" err="1"/>
              <a:t>diutarakan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problematik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dibahas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bab-bab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65924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712F-51EC-847D-2294-B584514A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POINT PENTING DALAM LATAR 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021E9-5CD9-1B1F-BBE4-4A69B039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3000" dirty="0" err="1"/>
              <a:t>Mengapa</a:t>
            </a:r>
            <a:r>
              <a:rPr lang="en-ID" sz="3000" dirty="0"/>
              <a:t> </a:t>
            </a:r>
            <a:r>
              <a:rPr lang="en-ID" sz="3000" dirty="0" err="1"/>
              <a:t>peneliti</a:t>
            </a:r>
            <a:r>
              <a:rPr lang="en-ID" sz="3000" dirty="0"/>
              <a:t> </a:t>
            </a:r>
            <a:r>
              <a:rPr lang="en-ID" sz="3000" dirty="0" err="1"/>
              <a:t>memilih</a:t>
            </a:r>
            <a:r>
              <a:rPr lang="en-ID" sz="3000" dirty="0"/>
              <a:t> </a:t>
            </a:r>
            <a:r>
              <a:rPr lang="en-ID" sz="3000" dirty="0" err="1"/>
              <a:t>isu</a:t>
            </a:r>
            <a:r>
              <a:rPr lang="en-ID" sz="3000" dirty="0"/>
              <a:t> </a:t>
            </a:r>
            <a:r>
              <a:rPr lang="en-ID" sz="3000" dirty="0" err="1"/>
              <a:t>tertentu</a:t>
            </a:r>
            <a:r>
              <a:rPr lang="en-ID" sz="3000" dirty="0"/>
              <a:t>? </a:t>
            </a:r>
          </a:p>
          <a:p>
            <a:r>
              <a:rPr lang="en-ID" sz="3000" dirty="0"/>
              <a:t>Apa </a:t>
            </a:r>
            <a:r>
              <a:rPr lang="en-ID" sz="3000" dirty="0" err="1"/>
              <a:t>kegunaan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tersebut</a:t>
            </a:r>
            <a:r>
              <a:rPr lang="en-ID" sz="3000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dirty="0" err="1"/>
              <a:t>kepentingan</a:t>
            </a:r>
            <a:r>
              <a:rPr lang="en-ID" sz="3000" dirty="0"/>
              <a:t> </a:t>
            </a:r>
            <a:r>
              <a:rPr lang="en-ID" sz="3000" dirty="0" err="1"/>
              <a:t>praktis</a:t>
            </a:r>
            <a:r>
              <a:rPr lang="en-ID" sz="3000" dirty="0"/>
              <a:t> </a:t>
            </a:r>
            <a:r>
              <a:rPr lang="en-ID" sz="3000" dirty="0" err="1"/>
              <a:t>atau</a:t>
            </a:r>
            <a:r>
              <a:rPr lang="en-ID" sz="3000" dirty="0"/>
              <a:t> </a:t>
            </a:r>
            <a:r>
              <a:rPr lang="en-ID" sz="3000" dirty="0" err="1"/>
              <a:t>teoretis</a:t>
            </a:r>
            <a:r>
              <a:rPr lang="en-ID" sz="3000" dirty="0"/>
              <a:t>?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35EADA-9ED5-6B2C-858D-4E876F166FE7}"/>
              </a:ext>
            </a:extLst>
          </p:cNvPr>
          <p:cNvSpPr/>
          <p:nvPr/>
        </p:nvSpPr>
        <p:spPr>
          <a:xfrm>
            <a:off x="686789" y="3429000"/>
            <a:ext cx="10818421" cy="17651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D" sz="3000" dirty="0" err="1"/>
              <a:t>Seorang</a:t>
            </a:r>
            <a:r>
              <a:rPr lang="en-ID" sz="3000" dirty="0"/>
              <a:t> </a:t>
            </a:r>
            <a:r>
              <a:rPr lang="en-ID" sz="3000" dirty="0" err="1"/>
              <a:t>peneliti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</a:t>
            </a:r>
            <a:r>
              <a:rPr lang="en-ID" sz="3000" dirty="0" err="1"/>
              <a:t>isu</a:t>
            </a:r>
            <a:r>
              <a:rPr lang="en-ID" sz="3000" dirty="0"/>
              <a:t> “</a:t>
            </a:r>
            <a:r>
              <a:rPr lang="en-ID" sz="3000" dirty="0" err="1"/>
              <a:t>motivasi</a:t>
            </a:r>
            <a:r>
              <a:rPr lang="en-ID" sz="3000" dirty="0"/>
              <a:t> </a:t>
            </a:r>
            <a:r>
              <a:rPr lang="en-ID" sz="3000" dirty="0" err="1"/>
              <a:t>kerja</a:t>
            </a:r>
            <a:r>
              <a:rPr lang="en-ID" sz="3000" dirty="0"/>
              <a:t>”, </a:t>
            </a:r>
            <a:r>
              <a:rPr lang="en-ID" sz="3000" dirty="0" err="1"/>
              <a:t>harus</a:t>
            </a:r>
            <a:r>
              <a:rPr lang="en-ID" sz="3000" dirty="0"/>
              <a:t> </a:t>
            </a:r>
            <a:r>
              <a:rPr lang="en-ID" sz="3000" dirty="0" err="1"/>
              <a:t>dapat</a:t>
            </a:r>
            <a:r>
              <a:rPr lang="en-ID" sz="3000" dirty="0"/>
              <a:t> </a:t>
            </a:r>
            <a:r>
              <a:rPr lang="en-ID" sz="3000" dirty="0" err="1"/>
              <a:t>menjelaskan</a:t>
            </a:r>
            <a:r>
              <a:rPr lang="en-ID" sz="3000" dirty="0"/>
              <a:t> </a:t>
            </a:r>
            <a:r>
              <a:rPr lang="en-ID" sz="3000" dirty="0" err="1"/>
              <a:t>mengapa</a:t>
            </a:r>
            <a:r>
              <a:rPr lang="en-ID" sz="3000" dirty="0"/>
              <a:t> </a:t>
            </a:r>
            <a:r>
              <a:rPr lang="en-ID" sz="3000" dirty="0" err="1"/>
              <a:t>dia</a:t>
            </a:r>
            <a:r>
              <a:rPr lang="en-ID" sz="3000" dirty="0"/>
              <a:t> </a:t>
            </a:r>
            <a:r>
              <a:rPr lang="en-ID" sz="3000" dirty="0" err="1"/>
              <a:t>meneliti</a:t>
            </a:r>
            <a:r>
              <a:rPr lang="en-ID" sz="3000" dirty="0"/>
              <a:t> </a:t>
            </a:r>
            <a:r>
              <a:rPr lang="en-ID" sz="3000" dirty="0" err="1"/>
              <a:t>isu</a:t>
            </a:r>
            <a:r>
              <a:rPr lang="en-ID" sz="3000" dirty="0"/>
              <a:t> </a:t>
            </a:r>
            <a:r>
              <a:rPr lang="en-ID" sz="3000" dirty="0" err="1"/>
              <a:t>tersebut</a:t>
            </a:r>
            <a:r>
              <a:rPr lang="en-ID" sz="3000" dirty="0"/>
              <a:t>, </a:t>
            </a:r>
            <a:r>
              <a:rPr lang="en-ID" sz="3000" dirty="0" err="1"/>
              <a:t>apa</a:t>
            </a:r>
            <a:r>
              <a:rPr lang="en-ID" sz="3000" dirty="0"/>
              <a:t> </a:t>
            </a:r>
            <a:r>
              <a:rPr lang="en-ID" sz="3000" dirty="0" err="1"/>
              <a:t>akibat</a:t>
            </a:r>
            <a:r>
              <a:rPr lang="en-ID" sz="3000" dirty="0"/>
              <a:t> </a:t>
            </a:r>
            <a:r>
              <a:rPr lang="en-ID" sz="3000" dirty="0" err="1"/>
              <a:t>positif</a:t>
            </a:r>
            <a:r>
              <a:rPr lang="en-ID" sz="3000" dirty="0"/>
              <a:t> yang </a:t>
            </a:r>
            <a:r>
              <a:rPr lang="en-ID" sz="3000" dirty="0" err="1"/>
              <a:t>bisa</a:t>
            </a:r>
            <a:r>
              <a:rPr lang="en-ID" sz="3000" dirty="0"/>
              <a:t> </a:t>
            </a:r>
            <a:r>
              <a:rPr lang="en-ID" sz="3000" dirty="0" err="1"/>
              <a:t>ditimbulkan</a:t>
            </a:r>
            <a:r>
              <a:rPr lang="en-ID" sz="3000" dirty="0"/>
              <a:t> </a:t>
            </a:r>
            <a:r>
              <a:rPr lang="en-ID" sz="3000" dirty="0" err="1"/>
              <a:t>dari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</a:t>
            </a:r>
            <a:r>
              <a:rPr lang="en-ID" sz="3000" dirty="0" err="1"/>
              <a:t>isu</a:t>
            </a:r>
            <a:r>
              <a:rPr lang="en-ID" sz="3000" dirty="0"/>
              <a:t> </a:t>
            </a:r>
            <a:r>
              <a:rPr lang="en-ID" sz="3000" dirty="0" err="1"/>
              <a:t>tersebut</a:t>
            </a:r>
            <a:r>
              <a:rPr lang="en-ID" sz="3000" dirty="0"/>
              <a:t>.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125E44-D4F7-1FC0-B169-CC6D18117E5E}"/>
              </a:ext>
            </a:extLst>
          </p:cNvPr>
          <p:cNvSpPr/>
          <p:nvPr/>
        </p:nvSpPr>
        <p:spPr>
          <a:xfrm>
            <a:off x="686789" y="5320144"/>
            <a:ext cx="10818421" cy="143691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3000" dirty="0"/>
              <a:t>Dalam latar belakang peneliti bisa saja mencantumkan data atau pendapat-pendapat orang lain guna memperkuat alasan penelitiannya (Mustafa, 1997). </a:t>
            </a:r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107214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D6D7-65FC-EE51-7197-B465BC42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b="1" dirty="0"/>
              <a:t> </a:t>
            </a:r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7E624-AAD4-8658-6416-309382622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3000" dirty="0"/>
              <a:t>Dalam </a:t>
            </a:r>
            <a:r>
              <a:rPr lang="en-ID" sz="3000" dirty="0" err="1"/>
              <a:t>filsafat</a:t>
            </a:r>
            <a:r>
              <a:rPr lang="en-ID" sz="3000" dirty="0"/>
              <a:t> </a:t>
            </a:r>
            <a:r>
              <a:rPr lang="en-ID" sz="3000" dirty="0" err="1"/>
              <a:t>ilmu</a:t>
            </a:r>
            <a:r>
              <a:rPr lang="en-ID" sz="3000" dirty="0"/>
              <a:t> </a:t>
            </a:r>
            <a:r>
              <a:rPr lang="en-ID" sz="3000" dirty="0" err="1"/>
              <a:t>terdapat</a:t>
            </a:r>
            <a:r>
              <a:rPr lang="en-ID" sz="3000" dirty="0"/>
              <a:t> dua </a:t>
            </a:r>
            <a:r>
              <a:rPr lang="en-ID" sz="3000" dirty="0" err="1"/>
              <a:t>jenis</a:t>
            </a:r>
            <a:r>
              <a:rPr lang="en-ID" sz="3000" dirty="0"/>
              <a:t> </a:t>
            </a:r>
            <a:r>
              <a:rPr lang="en-ID" sz="3000" dirty="0" err="1"/>
              <a:t>cara</a:t>
            </a:r>
            <a:r>
              <a:rPr lang="en-ID" sz="3000" dirty="0"/>
              <a:t> </a:t>
            </a:r>
            <a:r>
              <a:rPr lang="en-ID" sz="3000" dirty="0" err="1"/>
              <a:t>berfikir</a:t>
            </a:r>
            <a:r>
              <a:rPr lang="en-ID" sz="3000" dirty="0"/>
              <a:t> </a:t>
            </a:r>
            <a:r>
              <a:rPr lang="en-ID" sz="3000" dirty="0" err="1"/>
              <a:t>yaitu</a:t>
            </a:r>
            <a:r>
              <a:rPr lang="en-ID" sz="3000" dirty="0"/>
              <a:t> </a:t>
            </a:r>
            <a:r>
              <a:rPr lang="en-ID" sz="3000" b="1" dirty="0" err="1"/>
              <a:t>Induktif</a:t>
            </a:r>
            <a:r>
              <a:rPr lang="en-ID" sz="3000" b="1" dirty="0"/>
              <a:t> </a:t>
            </a:r>
            <a:r>
              <a:rPr lang="en-ID" sz="3000" dirty="0"/>
              <a:t>(</a:t>
            </a:r>
            <a:r>
              <a:rPr lang="en-ID" sz="3000" dirty="0" err="1"/>
              <a:t>menyimpulkan</a:t>
            </a:r>
            <a:r>
              <a:rPr lang="en-ID" sz="3000" dirty="0"/>
              <a:t> </a:t>
            </a:r>
            <a:r>
              <a:rPr lang="en-ID" sz="3000" dirty="0" err="1"/>
              <a:t>dari</a:t>
            </a:r>
            <a:r>
              <a:rPr lang="en-ID" sz="3000" dirty="0"/>
              <a:t> </a:t>
            </a:r>
            <a:r>
              <a:rPr lang="en-ID" sz="3000" dirty="0" err="1"/>
              <a:t>khusus</a:t>
            </a:r>
            <a:r>
              <a:rPr lang="en-ID" sz="3000" dirty="0"/>
              <a:t> </a:t>
            </a:r>
            <a:r>
              <a:rPr lang="en-ID" sz="3000" dirty="0" err="1"/>
              <a:t>ke</a:t>
            </a:r>
            <a:r>
              <a:rPr lang="en-ID" sz="3000" dirty="0"/>
              <a:t> </a:t>
            </a:r>
            <a:r>
              <a:rPr lang="en-ID" sz="3000" dirty="0" err="1"/>
              <a:t>umum</a:t>
            </a:r>
            <a:r>
              <a:rPr lang="en-ID" sz="3000" dirty="0"/>
              <a:t>); dan </a:t>
            </a:r>
            <a:r>
              <a:rPr lang="en-ID" sz="3000" b="1" dirty="0" err="1"/>
              <a:t>Deduktif</a:t>
            </a:r>
            <a:r>
              <a:rPr lang="en-ID" sz="3000" b="1" dirty="0"/>
              <a:t> </a:t>
            </a:r>
            <a:r>
              <a:rPr lang="en-ID" sz="3000" dirty="0"/>
              <a:t>(</a:t>
            </a:r>
            <a:r>
              <a:rPr lang="en-ID" sz="3000" dirty="0" err="1"/>
              <a:t>menyimpulkan</a:t>
            </a:r>
            <a:r>
              <a:rPr lang="en-ID" sz="3000" dirty="0"/>
              <a:t> </a:t>
            </a:r>
            <a:r>
              <a:rPr lang="en-ID" sz="3000" dirty="0" err="1"/>
              <a:t>dari</a:t>
            </a:r>
            <a:r>
              <a:rPr lang="en-ID" sz="3000" dirty="0"/>
              <a:t> </a:t>
            </a:r>
            <a:r>
              <a:rPr lang="en-ID" sz="3000" dirty="0" err="1"/>
              <a:t>umum</a:t>
            </a:r>
            <a:r>
              <a:rPr lang="en-ID" sz="3000" dirty="0"/>
              <a:t> </a:t>
            </a:r>
            <a:r>
              <a:rPr lang="en-ID" sz="3000" dirty="0" err="1"/>
              <a:t>ke</a:t>
            </a:r>
            <a:r>
              <a:rPr lang="en-ID" sz="3000" dirty="0"/>
              <a:t> </a:t>
            </a:r>
            <a:r>
              <a:rPr lang="en-ID" sz="3000" dirty="0" err="1"/>
              <a:t>khusus</a:t>
            </a:r>
            <a:r>
              <a:rPr lang="en-ID" sz="3000" dirty="0"/>
              <a:t>). Dalam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kedua</a:t>
            </a:r>
            <a:r>
              <a:rPr lang="en-ID" sz="3000" dirty="0"/>
              <a:t> </a:t>
            </a:r>
            <a:r>
              <a:rPr lang="en-ID" sz="3000" dirty="0" err="1"/>
              <a:t>logika</a:t>
            </a:r>
            <a:r>
              <a:rPr lang="en-ID" sz="3000" dirty="0"/>
              <a:t> </a:t>
            </a:r>
            <a:r>
              <a:rPr lang="en-ID" sz="3000" dirty="0" err="1"/>
              <a:t>ini</a:t>
            </a:r>
            <a:r>
              <a:rPr lang="en-ID" sz="3000" dirty="0"/>
              <a:t> </a:t>
            </a:r>
            <a:r>
              <a:rPr lang="en-ID" sz="3000" dirty="0" err="1"/>
              <a:t>harus</a:t>
            </a:r>
            <a:r>
              <a:rPr lang="en-ID" sz="3000" dirty="0"/>
              <a:t> </a:t>
            </a:r>
            <a:r>
              <a:rPr lang="en-ID" sz="3000" dirty="0" err="1"/>
              <a:t>ada</a:t>
            </a:r>
            <a:r>
              <a:rPr lang="en-ID" sz="3000" dirty="0"/>
              <a:t> </a:t>
            </a:r>
            <a:r>
              <a:rPr lang="en-ID" sz="3000" dirty="0" err="1"/>
              <a:t>yaitu</a:t>
            </a:r>
            <a:r>
              <a:rPr lang="en-ID" sz="3000" dirty="0"/>
              <a:t>:- </a:t>
            </a:r>
            <a:r>
              <a:rPr lang="en-ID" sz="3000" b="1" dirty="0"/>
              <a:t>Logika </a:t>
            </a:r>
            <a:r>
              <a:rPr lang="en-ID" sz="3000" b="1" dirty="0" err="1"/>
              <a:t>deduktif</a:t>
            </a:r>
            <a:r>
              <a:rPr lang="en-ID" sz="3000" b="1" dirty="0"/>
              <a:t> </a:t>
            </a:r>
            <a:r>
              <a:rPr lang="en-ID" sz="3000" b="1" dirty="0" err="1"/>
              <a:t>diterapkan</a:t>
            </a:r>
            <a:r>
              <a:rPr lang="en-ID" sz="3000" b="1" dirty="0"/>
              <a:t> </a:t>
            </a:r>
            <a:r>
              <a:rPr lang="en-ID" sz="3000" b="1" dirty="0" err="1"/>
              <a:t>dalam</a:t>
            </a:r>
            <a:r>
              <a:rPr lang="en-ID" sz="3000" b="1" dirty="0"/>
              <a:t> </a:t>
            </a:r>
            <a:r>
              <a:rPr lang="en-ID" sz="3000" b="1" dirty="0" err="1"/>
              <a:t>menyusun</a:t>
            </a:r>
            <a:r>
              <a:rPr lang="en-ID" sz="3000" b="1" dirty="0"/>
              <a:t> </a:t>
            </a:r>
            <a:r>
              <a:rPr lang="en-ID" sz="3000" b="1" dirty="0" err="1"/>
              <a:t>latar</a:t>
            </a:r>
            <a:r>
              <a:rPr lang="en-ID" sz="3000" b="1" dirty="0"/>
              <a:t> </a:t>
            </a:r>
            <a:r>
              <a:rPr lang="en-ID" sz="3000" b="1" dirty="0" err="1"/>
              <a:t>belakang</a:t>
            </a:r>
            <a:r>
              <a:rPr lang="en-ID" sz="3000" b="1" dirty="0"/>
              <a:t> </a:t>
            </a:r>
            <a:r>
              <a:rPr lang="en-ID" sz="3000" b="1" dirty="0" err="1"/>
              <a:t>penelitian</a:t>
            </a:r>
            <a:r>
              <a:rPr lang="en-ID" sz="3000" b="1" dirty="0"/>
              <a:t>- Logika </a:t>
            </a:r>
            <a:r>
              <a:rPr lang="en-ID" sz="3000" b="1" dirty="0" err="1"/>
              <a:t>induktif</a:t>
            </a:r>
            <a:r>
              <a:rPr lang="en-ID" sz="3000" b="1" dirty="0"/>
              <a:t> </a:t>
            </a:r>
            <a:r>
              <a:rPr lang="en-ID" sz="3000" b="1" dirty="0" err="1"/>
              <a:t>diterapkan</a:t>
            </a:r>
            <a:r>
              <a:rPr lang="en-ID" sz="3000" b="1" dirty="0"/>
              <a:t> </a:t>
            </a:r>
            <a:r>
              <a:rPr lang="en-ID" sz="3000" b="1" dirty="0" err="1"/>
              <a:t>saat</a:t>
            </a:r>
            <a:r>
              <a:rPr lang="en-ID" sz="3000" b="1" dirty="0"/>
              <a:t> </a:t>
            </a:r>
            <a:r>
              <a:rPr lang="en-ID" sz="3000" b="1" dirty="0" err="1"/>
              <a:t>menyimpulkan</a:t>
            </a:r>
            <a:r>
              <a:rPr lang="en-ID" sz="3000" b="1" dirty="0"/>
              <a:t> </a:t>
            </a:r>
            <a:r>
              <a:rPr lang="en-ID" sz="3000" b="1" dirty="0" err="1"/>
              <a:t>hasil</a:t>
            </a:r>
            <a:r>
              <a:rPr lang="en-ID" sz="3000" b="1" dirty="0"/>
              <a:t> </a:t>
            </a:r>
            <a:r>
              <a:rPr lang="en-ID" sz="3000" b="1" dirty="0" err="1"/>
              <a:t>penelitian</a:t>
            </a:r>
            <a:r>
              <a:rPr lang="en-ID" sz="3000" b="1" dirty="0"/>
              <a:t> </a:t>
            </a:r>
            <a:r>
              <a:rPr lang="en-ID" sz="3000" b="1" dirty="0" err="1"/>
              <a:t>atau</a:t>
            </a:r>
            <a:r>
              <a:rPr lang="en-ID" sz="3000" b="1" dirty="0"/>
              <a:t> </a:t>
            </a:r>
            <a:r>
              <a:rPr lang="en-ID" sz="3000" b="1" dirty="0" err="1"/>
              <a:t>membuat</a:t>
            </a:r>
            <a:r>
              <a:rPr lang="en-ID" sz="3000" b="1" dirty="0"/>
              <a:t> </a:t>
            </a:r>
            <a:r>
              <a:rPr lang="en-ID" sz="3000" b="1" dirty="0" err="1"/>
              <a:t>generalisasi</a:t>
            </a:r>
            <a:r>
              <a:rPr lang="en-ID" sz="3000" b="1" dirty="0"/>
              <a:t> </a:t>
            </a:r>
            <a:r>
              <a:rPr lang="en-ID" sz="3000" b="1" dirty="0" err="1"/>
              <a:t>terhadap</a:t>
            </a:r>
            <a:r>
              <a:rPr lang="en-ID" sz="3000" b="1" dirty="0"/>
              <a:t> </a:t>
            </a:r>
            <a:r>
              <a:rPr lang="en-ID" sz="3000" b="1" dirty="0" err="1"/>
              <a:t>populasi</a:t>
            </a:r>
            <a:r>
              <a:rPr lang="en-ID" sz="3000" b="1" dirty="0"/>
              <a:t> </a:t>
            </a:r>
            <a:r>
              <a:rPr lang="en-ID" sz="3000" b="1" dirty="0" err="1"/>
              <a:t>penelitian</a:t>
            </a:r>
            <a:r>
              <a:rPr lang="en-ID" sz="3000" b="1" dirty="0"/>
              <a:t>. </a:t>
            </a:r>
            <a:r>
              <a:rPr lang="en-ID" sz="3000" dirty="0"/>
              <a:t>Logika </a:t>
            </a:r>
            <a:r>
              <a:rPr lang="en-ID" sz="3000" dirty="0" err="1"/>
              <a:t>deduktif</a:t>
            </a:r>
            <a:r>
              <a:rPr lang="en-ID" sz="3000" dirty="0"/>
              <a:t> </a:t>
            </a:r>
            <a:r>
              <a:rPr lang="en-ID" sz="3000" dirty="0" err="1"/>
              <a:t>dalam</a:t>
            </a:r>
            <a:r>
              <a:rPr lang="en-ID" sz="3000" dirty="0"/>
              <a:t> </a:t>
            </a:r>
            <a:r>
              <a:rPr lang="en-ID" sz="3000" dirty="0" err="1"/>
              <a:t>penyusunan</a:t>
            </a:r>
            <a:r>
              <a:rPr lang="en-ID" sz="3000" dirty="0"/>
              <a:t> </a:t>
            </a:r>
            <a:r>
              <a:rPr lang="en-ID" sz="3000" dirty="0" err="1"/>
              <a:t>latar</a:t>
            </a:r>
            <a:r>
              <a:rPr lang="en-ID" sz="3000" dirty="0"/>
              <a:t> </a:t>
            </a:r>
            <a:r>
              <a:rPr lang="en-ID" sz="3000" dirty="0" err="1"/>
              <a:t>belakang</a:t>
            </a:r>
            <a:r>
              <a:rPr lang="en-ID" sz="3000" dirty="0"/>
              <a:t> </a:t>
            </a:r>
            <a:r>
              <a:rPr lang="en-ID" sz="3000" dirty="0" err="1"/>
              <a:t>dituliskan</a:t>
            </a:r>
            <a:r>
              <a:rPr lang="en-ID" sz="3000" dirty="0"/>
              <a:t> </a:t>
            </a:r>
            <a:r>
              <a:rPr lang="en-ID" sz="3000" dirty="0" err="1"/>
              <a:t>dalam</a:t>
            </a:r>
            <a:r>
              <a:rPr lang="en-ID" sz="3000" dirty="0"/>
              <a:t> </a:t>
            </a:r>
            <a:r>
              <a:rPr lang="en-ID" sz="3000" dirty="0" err="1"/>
              <a:t>kerangka</a:t>
            </a:r>
            <a:r>
              <a:rPr lang="en-ID" sz="3000" dirty="0"/>
              <a:t> “</a:t>
            </a:r>
            <a:r>
              <a:rPr lang="en-ID" sz="3000" dirty="0" err="1"/>
              <a:t>piramida</a:t>
            </a:r>
            <a:r>
              <a:rPr lang="en-ID" sz="3000" dirty="0"/>
              <a:t> </a:t>
            </a:r>
            <a:r>
              <a:rPr lang="en-ID" sz="3000" dirty="0" err="1"/>
              <a:t>terbalik</a:t>
            </a:r>
            <a:r>
              <a:rPr lang="en-ID" sz="3000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0721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E68A-80D8-2AD2-308A-CFE39ECC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C9E9-BF3A-FC50-8207-B95C505B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b="1" dirty="0"/>
              <a:t> </a:t>
            </a:r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42D6-03AF-E49D-9417-5B1979627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050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Logika </a:t>
            </a:r>
            <a:r>
              <a:rPr lang="en-US" sz="3000" dirty="0" err="1"/>
              <a:t>Deduktif</a:t>
            </a:r>
            <a:endParaRPr lang="en-US" sz="3000" dirty="0"/>
          </a:p>
          <a:p>
            <a:pPr marL="0" indent="0" algn="just">
              <a:buNone/>
            </a:pPr>
            <a:r>
              <a:rPr lang="en-ID" sz="3000" dirty="0" err="1"/>
              <a:t>Deduktif</a:t>
            </a:r>
            <a:r>
              <a:rPr lang="en-ID" sz="3000" dirty="0"/>
              <a:t> </a:t>
            </a:r>
            <a:r>
              <a:rPr lang="en-ID" sz="3000" dirty="0" err="1"/>
              <a:t>berarti</a:t>
            </a:r>
            <a:r>
              <a:rPr lang="en-ID" sz="3000" dirty="0"/>
              <a:t> </a:t>
            </a:r>
            <a:r>
              <a:rPr lang="en-ID" sz="3000" dirty="0" err="1"/>
              <a:t>berangkat</a:t>
            </a:r>
            <a:r>
              <a:rPr lang="en-ID" sz="3000" dirty="0"/>
              <a:t> </a:t>
            </a:r>
            <a:r>
              <a:rPr lang="en-ID" sz="3000" dirty="0" err="1"/>
              <a:t>dari</a:t>
            </a:r>
            <a:r>
              <a:rPr lang="en-ID" sz="3000" dirty="0"/>
              <a:t> </a:t>
            </a:r>
            <a:r>
              <a:rPr lang="en-ID" sz="3000" b="1" dirty="0" err="1"/>
              <a:t>masalah</a:t>
            </a:r>
            <a:r>
              <a:rPr lang="en-ID" sz="3000" b="1" dirty="0"/>
              <a:t> </a:t>
            </a:r>
            <a:r>
              <a:rPr lang="en-ID" sz="3000" b="1" dirty="0" err="1"/>
              <a:t>umum</a:t>
            </a:r>
            <a:r>
              <a:rPr lang="en-ID" sz="3000" b="1" dirty="0"/>
              <a:t> </a:t>
            </a:r>
            <a:r>
              <a:rPr lang="en-ID" sz="3000" dirty="0"/>
              <a:t>yang </a:t>
            </a:r>
            <a:r>
              <a:rPr lang="en-ID" sz="3000" dirty="0" err="1"/>
              <a:t>kemudian</a:t>
            </a:r>
            <a:r>
              <a:rPr lang="en-ID" sz="3000" dirty="0"/>
              <a:t> </a:t>
            </a:r>
            <a:r>
              <a:rPr lang="en-ID" sz="3000" dirty="0" err="1"/>
              <a:t>menjurus</a:t>
            </a:r>
            <a:r>
              <a:rPr lang="en-ID" sz="3000" dirty="0"/>
              <a:t> </a:t>
            </a:r>
            <a:r>
              <a:rPr lang="en-ID" sz="3000" dirty="0" err="1"/>
              <a:t>ke</a:t>
            </a:r>
            <a:r>
              <a:rPr lang="en-ID" sz="3000" dirty="0"/>
              <a:t> </a:t>
            </a:r>
            <a:r>
              <a:rPr lang="en-ID" sz="3000" b="1" dirty="0" err="1"/>
              <a:t>masalah</a:t>
            </a:r>
            <a:r>
              <a:rPr lang="en-ID" sz="3000" b="1" dirty="0"/>
              <a:t> </a:t>
            </a:r>
            <a:r>
              <a:rPr lang="en-ID" sz="3000" b="1" dirty="0" err="1"/>
              <a:t>spesifik</a:t>
            </a:r>
            <a:r>
              <a:rPr lang="en-ID" sz="3000" dirty="0"/>
              <a:t>. Model </a:t>
            </a:r>
            <a:r>
              <a:rPr lang="en-ID" sz="3000" dirty="0" err="1"/>
              <a:t>berpikir</a:t>
            </a:r>
            <a:r>
              <a:rPr lang="en-ID" sz="3000" dirty="0"/>
              <a:t> </a:t>
            </a:r>
            <a:r>
              <a:rPr lang="en-ID" sz="3000" dirty="0" err="1"/>
              <a:t>deduktif</a:t>
            </a:r>
            <a:r>
              <a:rPr lang="en-ID" sz="3000" dirty="0"/>
              <a:t> </a:t>
            </a:r>
            <a:r>
              <a:rPr lang="en-ID" sz="3000" dirty="0" err="1"/>
              <a:t>dalam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kualitatif</a:t>
            </a:r>
            <a:r>
              <a:rPr lang="en-ID" sz="3000" dirty="0"/>
              <a:t> </a:t>
            </a:r>
            <a:r>
              <a:rPr lang="en-ID" sz="3000" dirty="0" err="1"/>
              <a:t>berarti</a:t>
            </a:r>
            <a:r>
              <a:rPr lang="en-ID" sz="3000" dirty="0"/>
              <a:t> </a:t>
            </a:r>
            <a:r>
              <a:rPr lang="en-ID" sz="3000" dirty="0" err="1"/>
              <a:t>pendekatan</a:t>
            </a:r>
            <a:r>
              <a:rPr lang="en-ID" sz="3000" dirty="0"/>
              <a:t> yang </a:t>
            </a:r>
            <a:r>
              <a:rPr lang="en-ID" sz="3000" dirty="0" err="1"/>
              <a:t>dimulai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</a:t>
            </a:r>
            <a:r>
              <a:rPr lang="en-ID" sz="3000" b="1" dirty="0" err="1"/>
              <a:t>teori</a:t>
            </a:r>
            <a:r>
              <a:rPr lang="en-ID" sz="3000" b="1" dirty="0"/>
              <a:t> </a:t>
            </a:r>
            <a:r>
              <a:rPr lang="en-ID" sz="3000" b="1" dirty="0" err="1"/>
              <a:t>atau</a:t>
            </a:r>
            <a:r>
              <a:rPr lang="en-ID" sz="3000" b="1" dirty="0"/>
              <a:t> </a:t>
            </a:r>
            <a:r>
              <a:rPr lang="en-ID" sz="3000" b="1" dirty="0" err="1"/>
              <a:t>hipotesis</a:t>
            </a:r>
            <a:r>
              <a:rPr lang="en-ID" sz="3000" b="1" dirty="0"/>
              <a:t> yang </a:t>
            </a:r>
            <a:r>
              <a:rPr lang="en-ID" sz="3000" b="1" dirty="0" err="1"/>
              <a:t>sudah</a:t>
            </a:r>
            <a:r>
              <a:rPr lang="en-ID" sz="3000" b="1" dirty="0"/>
              <a:t> </a:t>
            </a:r>
            <a:r>
              <a:rPr lang="en-ID" sz="3000" b="1" dirty="0" err="1"/>
              <a:t>ada</a:t>
            </a:r>
            <a:r>
              <a:rPr lang="en-ID" sz="3000" b="1" dirty="0"/>
              <a:t>, </a:t>
            </a:r>
            <a:r>
              <a:rPr lang="en-ID" sz="3000" b="1" dirty="0" err="1"/>
              <a:t>kemudian</a:t>
            </a:r>
            <a:r>
              <a:rPr lang="en-ID" sz="3000" b="1" dirty="0"/>
              <a:t> data </a:t>
            </a:r>
            <a:r>
              <a:rPr lang="en-ID" sz="3000" b="1" dirty="0" err="1"/>
              <a:t>dikumpulkan</a:t>
            </a:r>
            <a:r>
              <a:rPr lang="en-ID" sz="3000" b="1" dirty="0"/>
              <a:t> dan </a:t>
            </a:r>
            <a:r>
              <a:rPr lang="en-ID" sz="3000" b="1" dirty="0" err="1"/>
              <a:t>dianalisis</a:t>
            </a:r>
            <a:r>
              <a:rPr lang="en-ID" sz="3000" b="1" dirty="0"/>
              <a:t> </a:t>
            </a:r>
            <a:r>
              <a:rPr lang="en-ID" sz="3000" b="1" dirty="0" err="1"/>
              <a:t>untuk</a:t>
            </a:r>
            <a:r>
              <a:rPr lang="en-ID" sz="3000" b="1" dirty="0"/>
              <a:t> </a:t>
            </a:r>
            <a:r>
              <a:rPr lang="en-ID" sz="3000" b="1" dirty="0" err="1"/>
              <a:t>menguji</a:t>
            </a:r>
            <a:r>
              <a:rPr lang="en-ID" sz="3000" b="1" dirty="0"/>
              <a:t> </a:t>
            </a:r>
            <a:r>
              <a:rPr lang="en-ID" sz="3000" b="1" dirty="0" err="1"/>
              <a:t>kebenaran</a:t>
            </a:r>
            <a:r>
              <a:rPr lang="en-ID" sz="3000" b="1" dirty="0"/>
              <a:t> </a:t>
            </a:r>
            <a:r>
              <a:rPr lang="en-ID" sz="3000" b="1" dirty="0" err="1"/>
              <a:t>atau</a:t>
            </a:r>
            <a:r>
              <a:rPr lang="en-ID" sz="3000" b="1" dirty="0"/>
              <a:t> </a:t>
            </a:r>
            <a:r>
              <a:rPr lang="en-ID" sz="3000" b="1" dirty="0" err="1"/>
              <a:t>validitas</a:t>
            </a:r>
            <a:r>
              <a:rPr lang="en-ID" sz="3000" b="1" dirty="0"/>
              <a:t> </a:t>
            </a:r>
            <a:r>
              <a:rPr lang="en-ID" sz="3000" b="1" dirty="0" err="1"/>
              <a:t>dari</a:t>
            </a:r>
            <a:r>
              <a:rPr lang="en-ID" sz="3000" b="1" dirty="0"/>
              <a:t> </a:t>
            </a:r>
            <a:r>
              <a:rPr lang="en-ID" sz="3000" b="1" dirty="0" err="1"/>
              <a:t>teori</a:t>
            </a:r>
            <a:r>
              <a:rPr lang="en-ID" sz="3000" b="1" dirty="0"/>
              <a:t> </a:t>
            </a:r>
            <a:r>
              <a:rPr lang="en-ID" sz="3000" b="1" dirty="0" err="1"/>
              <a:t>tersebut</a:t>
            </a:r>
            <a:r>
              <a:rPr lang="en-ID" sz="3000" b="1" dirty="0"/>
              <a:t>.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64382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A090-3E73-A298-A7C9-B0BEE1B7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B761-BE5D-5C71-CD8F-54CD2975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b="1" dirty="0"/>
              <a:t> </a:t>
            </a:r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9326-27A2-4469-4E1B-518C91D92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095005" cy="1796349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Logika </a:t>
            </a:r>
            <a:r>
              <a:rPr lang="en-US" sz="3000" dirty="0" err="1"/>
              <a:t>Deduktif</a:t>
            </a: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73788-7F91-B6EB-A80B-8D9E15D50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015" y="1547046"/>
            <a:ext cx="9049321" cy="494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E0E5-E98A-7D67-78B1-162A03A2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BEFD-118D-9613-7786-094B3174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b="1" dirty="0"/>
              <a:t> </a:t>
            </a:r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E9A14-F350-C188-ED7A-348C19C85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/>
              <a:t>Logika </a:t>
            </a:r>
            <a:r>
              <a:rPr lang="en-US" sz="3000" dirty="0" err="1"/>
              <a:t>Induktif</a:t>
            </a:r>
            <a:endParaRPr lang="en-US" sz="3000" dirty="0"/>
          </a:p>
          <a:p>
            <a:pPr marL="0" indent="0" algn="just">
              <a:buNone/>
            </a:pPr>
            <a:r>
              <a:rPr lang="en-ID" sz="3000" dirty="0" err="1"/>
              <a:t>Induktif</a:t>
            </a:r>
            <a:r>
              <a:rPr lang="en-ID" sz="3000" dirty="0"/>
              <a:t> </a:t>
            </a:r>
            <a:r>
              <a:rPr lang="en-ID" sz="3000" dirty="0" err="1"/>
              <a:t>berarti</a:t>
            </a:r>
            <a:r>
              <a:rPr lang="en-ID" sz="3000" dirty="0"/>
              <a:t> </a:t>
            </a:r>
            <a:r>
              <a:rPr lang="en-ID" sz="3000" b="1" dirty="0" err="1"/>
              <a:t>berangkat</a:t>
            </a:r>
            <a:r>
              <a:rPr lang="en-ID" sz="3000" b="1" dirty="0"/>
              <a:t> </a:t>
            </a:r>
            <a:r>
              <a:rPr lang="en-ID" sz="3000" b="1" dirty="0" err="1"/>
              <a:t>dari</a:t>
            </a:r>
            <a:r>
              <a:rPr lang="en-ID" sz="3000" b="1" dirty="0"/>
              <a:t> </a:t>
            </a:r>
            <a:r>
              <a:rPr lang="en-ID" sz="3000" b="1" dirty="0" err="1"/>
              <a:t>masalah</a:t>
            </a:r>
            <a:r>
              <a:rPr lang="en-ID" sz="3000" b="1" dirty="0"/>
              <a:t> yang </a:t>
            </a:r>
            <a:r>
              <a:rPr lang="en-ID" sz="3000" b="1" dirty="0" err="1"/>
              <a:t>spesifik</a:t>
            </a:r>
            <a:r>
              <a:rPr lang="en-ID" sz="3000" dirty="0"/>
              <a:t>. Model </a:t>
            </a:r>
            <a:r>
              <a:rPr lang="en-ID" sz="3000" dirty="0" err="1"/>
              <a:t>berpikir</a:t>
            </a:r>
            <a:r>
              <a:rPr lang="en-ID" sz="3000" dirty="0"/>
              <a:t> </a:t>
            </a:r>
            <a:r>
              <a:rPr lang="en-ID" sz="3000" dirty="0" err="1"/>
              <a:t>induktif</a:t>
            </a:r>
            <a:r>
              <a:rPr lang="en-ID" sz="3000" dirty="0"/>
              <a:t> </a:t>
            </a:r>
            <a:r>
              <a:rPr lang="en-ID" sz="3000" dirty="0" err="1"/>
              <a:t>dalam</a:t>
            </a:r>
            <a:r>
              <a:rPr lang="en-ID" sz="3000" dirty="0"/>
              <a:t> </a:t>
            </a:r>
            <a:r>
              <a:rPr lang="en-ID" sz="3000" dirty="0" err="1"/>
              <a:t>penelitian</a:t>
            </a:r>
            <a:r>
              <a:rPr lang="en-ID" sz="3000" dirty="0"/>
              <a:t> </a:t>
            </a:r>
            <a:r>
              <a:rPr lang="en-ID" sz="3000" dirty="0" err="1"/>
              <a:t>kualitatif</a:t>
            </a:r>
            <a:r>
              <a:rPr lang="en-ID" sz="3000" dirty="0"/>
              <a:t> </a:t>
            </a:r>
            <a:r>
              <a:rPr lang="en-ID" sz="3000" dirty="0" err="1"/>
              <a:t>berarti</a:t>
            </a:r>
            <a:r>
              <a:rPr lang="en-ID" sz="3000" dirty="0"/>
              <a:t> </a:t>
            </a:r>
            <a:r>
              <a:rPr lang="en-ID" sz="3000" dirty="0" err="1"/>
              <a:t>pendekatan</a:t>
            </a:r>
            <a:r>
              <a:rPr lang="en-ID" sz="3000" dirty="0"/>
              <a:t> yang </a:t>
            </a:r>
            <a:r>
              <a:rPr lang="en-ID" sz="3000" dirty="0" err="1"/>
              <a:t>digunakan</a:t>
            </a:r>
            <a:r>
              <a:rPr lang="en-ID" sz="3000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b="1" dirty="0" err="1"/>
              <a:t>menggali</a:t>
            </a:r>
            <a:r>
              <a:rPr lang="en-ID" sz="3000" b="1" dirty="0"/>
              <a:t> </a:t>
            </a:r>
            <a:r>
              <a:rPr lang="en-ID" sz="3000" b="1" dirty="0" err="1"/>
              <a:t>pemahaman</a:t>
            </a:r>
            <a:r>
              <a:rPr lang="en-ID" sz="3000" b="1" dirty="0"/>
              <a:t> dan </a:t>
            </a:r>
            <a:r>
              <a:rPr lang="en-ID" sz="3000" b="1" dirty="0" err="1"/>
              <a:t>pengetahuan</a:t>
            </a:r>
            <a:r>
              <a:rPr lang="en-ID" sz="3000" b="1" dirty="0"/>
              <a:t> </a:t>
            </a:r>
            <a:r>
              <a:rPr lang="en-ID" sz="3000" b="1" dirty="0" err="1"/>
              <a:t>baru</a:t>
            </a:r>
            <a:r>
              <a:rPr lang="en-ID" sz="3000" b="1" dirty="0"/>
              <a:t> </a:t>
            </a:r>
            <a:r>
              <a:rPr lang="en-ID" sz="3000" b="1" dirty="0" err="1"/>
              <a:t>berdasarkan</a:t>
            </a:r>
            <a:r>
              <a:rPr lang="en-ID" sz="3000" b="1" dirty="0"/>
              <a:t> data yang </a:t>
            </a:r>
            <a:r>
              <a:rPr lang="en-ID" sz="3000" b="1" dirty="0" err="1"/>
              <a:t>diperoleh</a:t>
            </a:r>
            <a:r>
              <a:rPr lang="en-ID" sz="3000" b="1" dirty="0"/>
              <a:t> </a:t>
            </a:r>
            <a:r>
              <a:rPr lang="en-ID" sz="3000" b="1" dirty="0" err="1"/>
              <a:t>secara</a:t>
            </a:r>
            <a:r>
              <a:rPr lang="en-ID" sz="3000" b="1" dirty="0"/>
              <a:t> </a:t>
            </a:r>
            <a:r>
              <a:rPr lang="en-ID" sz="3000" b="1" dirty="0" err="1"/>
              <a:t>langsung</a:t>
            </a:r>
            <a:r>
              <a:rPr lang="en-ID" sz="3000" b="1" dirty="0"/>
              <a:t> </a:t>
            </a:r>
            <a:r>
              <a:rPr lang="en-ID" sz="3000" b="1" dirty="0" err="1"/>
              <a:t>dari</a:t>
            </a:r>
            <a:r>
              <a:rPr lang="en-ID" sz="3000" b="1" dirty="0"/>
              <a:t> </a:t>
            </a:r>
            <a:r>
              <a:rPr lang="en-ID" sz="3000" b="1" dirty="0" err="1"/>
              <a:t>lapangan</a:t>
            </a:r>
            <a:r>
              <a:rPr lang="en-ID" sz="3000" b="1" dirty="0"/>
              <a:t>.</a:t>
            </a:r>
            <a:r>
              <a:rPr lang="en-ID" sz="3000" dirty="0"/>
              <a:t> Dalam model </a:t>
            </a:r>
            <a:r>
              <a:rPr lang="en-ID" sz="3000" dirty="0" err="1"/>
              <a:t>ini</a:t>
            </a:r>
            <a:r>
              <a:rPr lang="en-ID" sz="3000" dirty="0"/>
              <a:t>, </a:t>
            </a:r>
            <a:r>
              <a:rPr lang="en-ID" sz="3000" dirty="0" err="1"/>
              <a:t>peneliti</a:t>
            </a:r>
            <a:r>
              <a:rPr lang="en-ID" sz="3000" dirty="0"/>
              <a:t> </a:t>
            </a:r>
            <a:r>
              <a:rPr lang="en-ID" sz="3000" dirty="0" err="1"/>
              <a:t>tidak</a:t>
            </a:r>
            <a:r>
              <a:rPr lang="en-ID" sz="3000" dirty="0"/>
              <a:t> </a:t>
            </a:r>
            <a:r>
              <a:rPr lang="en-ID" sz="3000" dirty="0" err="1"/>
              <a:t>memulai</a:t>
            </a:r>
            <a:r>
              <a:rPr lang="en-ID" sz="3000" dirty="0"/>
              <a:t> </a:t>
            </a:r>
            <a:r>
              <a:rPr lang="en-ID" sz="3000" dirty="0" err="1"/>
              <a:t>dengan</a:t>
            </a:r>
            <a:r>
              <a:rPr lang="en-ID" sz="3000" dirty="0"/>
              <a:t> </a:t>
            </a:r>
            <a:r>
              <a:rPr lang="en-ID" sz="3000" dirty="0" err="1"/>
              <a:t>hipotesis</a:t>
            </a:r>
            <a:r>
              <a:rPr lang="en-ID" sz="3000" dirty="0"/>
              <a:t> </a:t>
            </a:r>
            <a:r>
              <a:rPr lang="en-ID" sz="3000" dirty="0" err="1"/>
              <a:t>atau</a:t>
            </a:r>
            <a:r>
              <a:rPr lang="en-ID" sz="3000" dirty="0"/>
              <a:t> </a:t>
            </a:r>
            <a:r>
              <a:rPr lang="en-ID" sz="3000" dirty="0" err="1"/>
              <a:t>teori</a:t>
            </a:r>
            <a:r>
              <a:rPr lang="en-ID" sz="3000" dirty="0"/>
              <a:t> yang </a:t>
            </a:r>
            <a:r>
              <a:rPr lang="en-ID" sz="3000" dirty="0" err="1"/>
              <a:t>sudah</a:t>
            </a:r>
            <a:r>
              <a:rPr lang="en-ID" sz="3000" dirty="0"/>
              <a:t> </a:t>
            </a:r>
            <a:r>
              <a:rPr lang="en-ID" sz="3000" dirty="0" err="1"/>
              <a:t>ada</a:t>
            </a:r>
            <a:r>
              <a:rPr lang="en-ID" sz="3000" dirty="0"/>
              <a:t>, </a:t>
            </a:r>
            <a:r>
              <a:rPr lang="en-ID" sz="3000" b="1" dirty="0" err="1"/>
              <a:t>melainkan</a:t>
            </a:r>
            <a:r>
              <a:rPr lang="en-ID" sz="3000" b="1" dirty="0"/>
              <a:t> </a:t>
            </a:r>
            <a:r>
              <a:rPr lang="en-ID" sz="3000" b="1" dirty="0" err="1"/>
              <a:t>mengumpulkan</a:t>
            </a:r>
            <a:r>
              <a:rPr lang="en-ID" sz="3000" b="1" dirty="0"/>
              <a:t> data </a:t>
            </a:r>
            <a:r>
              <a:rPr lang="en-ID" sz="3000" b="1" dirty="0" err="1"/>
              <a:t>terlebih</a:t>
            </a:r>
            <a:r>
              <a:rPr lang="en-ID" sz="3000" b="1" dirty="0"/>
              <a:t> </a:t>
            </a:r>
            <a:r>
              <a:rPr lang="en-ID" sz="3000" b="1" dirty="0" err="1"/>
              <a:t>dahulu</a:t>
            </a:r>
            <a:r>
              <a:rPr lang="en-ID" sz="3000" b="1" dirty="0"/>
              <a:t> dan </a:t>
            </a:r>
            <a:r>
              <a:rPr lang="en-ID" sz="3000" b="1" dirty="0" err="1"/>
              <a:t>menganalisisnya</a:t>
            </a:r>
            <a:r>
              <a:rPr lang="en-ID" sz="3000" b="1" dirty="0"/>
              <a:t> </a:t>
            </a:r>
            <a:r>
              <a:rPr lang="en-ID" sz="3000" b="1" dirty="0" err="1"/>
              <a:t>untuk</a:t>
            </a:r>
            <a:r>
              <a:rPr lang="en-ID" sz="3000" b="1" dirty="0"/>
              <a:t> </a:t>
            </a:r>
            <a:r>
              <a:rPr lang="en-ID" sz="3000" b="1" dirty="0" err="1"/>
              <a:t>menemukan</a:t>
            </a:r>
            <a:r>
              <a:rPr lang="en-ID" sz="3000" b="1" dirty="0"/>
              <a:t> </a:t>
            </a:r>
            <a:r>
              <a:rPr lang="en-ID" sz="3000" b="1" dirty="0" err="1"/>
              <a:t>pola</a:t>
            </a:r>
            <a:r>
              <a:rPr lang="en-ID" sz="3000" b="1" dirty="0"/>
              <a:t>, </a:t>
            </a:r>
            <a:r>
              <a:rPr lang="en-ID" sz="3000" b="1" dirty="0" err="1"/>
              <a:t>tema</a:t>
            </a:r>
            <a:r>
              <a:rPr lang="en-ID" sz="3000" b="1" dirty="0"/>
              <a:t>, </a:t>
            </a:r>
            <a:r>
              <a:rPr lang="en-ID" sz="3000" b="1" dirty="0" err="1"/>
              <a:t>atau</a:t>
            </a:r>
            <a:r>
              <a:rPr lang="en-ID" sz="3000" b="1" dirty="0"/>
              <a:t> </a:t>
            </a:r>
            <a:r>
              <a:rPr lang="en-ID" sz="3000" b="1" dirty="0" err="1"/>
              <a:t>konsep</a:t>
            </a:r>
            <a:r>
              <a:rPr lang="en-ID" sz="3000" b="1" dirty="0"/>
              <a:t> yang </a:t>
            </a:r>
            <a:r>
              <a:rPr lang="en-ID" sz="3000" b="1" dirty="0" err="1"/>
              <a:t>muncul</a:t>
            </a:r>
            <a:r>
              <a:rPr lang="en-ID" sz="3000" b="1" dirty="0"/>
              <a:t> </a:t>
            </a:r>
            <a:r>
              <a:rPr lang="en-ID" sz="3000" b="1" dirty="0" err="1"/>
              <a:t>secara</a:t>
            </a:r>
            <a:r>
              <a:rPr lang="en-ID" sz="3000" b="1" dirty="0"/>
              <a:t> </a:t>
            </a:r>
            <a:r>
              <a:rPr lang="en-ID" sz="3000" b="1" dirty="0" err="1"/>
              <a:t>alami</a:t>
            </a:r>
            <a:r>
              <a:rPr lang="en-ID" sz="3000" b="1" dirty="0"/>
              <a:t>.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648372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90D9-3A2E-A084-901B-63E72C32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CB5C-4EDC-92F3-7BB1-82AF8B6B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b="1" dirty="0"/>
              <a:t> </a:t>
            </a:r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44ADC-969A-3E79-76E2-B831DF45E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/>
              <a:t>Logika </a:t>
            </a:r>
            <a:r>
              <a:rPr lang="en-US" sz="3000" dirty="0" err="1"/>
              <a:t>Induktif</a:t>
            </a:r>
            <a:endParaRPr lang="en-US" sz="3000" dirty="0"/>
          </a:p>
          <a:p>
            <a:pPr marL="0" indent="0" algn="just">
              <a:buNone/>
            </a:pPr>
            <a:r>
              <a:rPr lang="en-ID" sz="3000" dirty="0"/>
              <a:t>Model </a:t>
            </a:r>
            <a:r>
              <a:rPr lang="en-ID" sz="3000" dirty="0" err="1"/>
              <a:t>ini</a:t>
            </a:r>
            <a:r>
              <a:rPr lang="en-ID" sz="3000" dirty="0"/>
              <a:t> </a:t>
            </a:r>
            <a:r>
              <a:rPr lang="en-ID" sz="3000" dirty="0" err="1"/>
              <a:t>lebih</a:t>
            </a:r>
            <a:r>
              <a:rPr lang="en-ID" sz="3000" dirty="0"/>
              <a:t> </a:t>
            </a:r>
            <a:r>
              <a:rPr lang="en-ID" sz="3000" b="1" dirty="0" err="1"/>
              <a:t>menekankan</a:t>
            </a:r>
            <a:r>
              <a:rPr lang="en-ID" sz="3000" dirty="0"/>
              <a:t> pada </a:t>
            </a:r>
            <a:r>
              <a:rPr lang="en-ID" sz="3000" b="1" dirty="0" err="1"/>
              <a:t>pemahaman</a:t>
            </a:r>
            <a:r>
              <a:rPr lang="en-ID" sz="3000" b="1" dirty="0"/>
              <a:t> </a:t>
            </a:r>
            <a:r>
              <a:rPr lang="en-ID" sz="3000" b="1" dirty="0" err="1"/>
              <a:t>konteks</a:t>
            </a:r>
            <a:r>
              <a:rPr lang="en-ID" sz="3000" b="1" dirty="0"/>
              <a:t> </a:t>
            </a:r>
            <a:r>
              <a:rPr lang="en-ID" sz="3000" b="1" dirty="0" err="1"/>
              <a:t>sosial</a:t>
            </a:r>
            <a:r>
              <a:rPr lang="en-ID" sz="3000" b="1" dirty="0"/>
              <a:t> dan </a:t>
            </a:r>
            <a:r>
              <a:rPr lang="en-ID" sz="3000" b="1" dirty="0" err="1"/>
              <a:t>fenomena</a:t>
            </a:r>
            <a:r>
              <a:rPr lang="en-ID" sz="3000" b="1" dirty="0"/>
              <a:t> yang </a:t>
            </a:r>
            <a:r>
              <a:rPr lang="en-ID" sz="3000" b="1" dirty="0" err="1"/>
              <a:t>sedang</a:t>
            </a:r>
            <a:r>
              <a:rPr lang="en-ID" sz="3000" b="1" dirty="0"/>
              <a:t> </a:t>
            </a:r>
            <a:r>
              <a:rPr lang="en-ID" sz="3000" b="1" dirty="0" err="1"/>
              <a:t>diteliti</a:t>
            </a:r>
            <a:r>
              <a:rPr lang="en-ID" sz="3000" dirty="0"/>
              <a:t>, </a:t>
            </a:r>
            <a:r>
              <a:rPr lang="en-ID" sz="3000" dirty="0" err="1"/>
              <a:t>daripada</a:t>
            </a:r>
            <a:r>
              <a:rPr lang="en-ID" sz="3000" dirty="0"/>
              <a:t> </a:t>
            </a:r>
            <a:r>
              <a:rPr lang="en-ID" sz="3000" dirty="0" err="1"/>
              <a:t>menguji</a:t>
            </a:r>
            <a:r>
              <a:rPr lang="en-ID" sz="3000" dirty="0"/>
              <a:t> </a:t>
            </a:r>
            <a:r>
              <a:rPr lang="en-ID" sz="3000" dirty="0" err="1"/>
              <a:t>teori</a:t>
            </a:r>
            <a:r>
              <a:rPr lang="en-ID" sz="3000" dirty="0"/>
              <a:t> </a:t>
            </a:r>
            <a:r>
              <a:rPr lang="en-ID" sz="3000" dirty="0" err="1"/>
              <a:t>atau</a:t>
            </a:r>
            <a:r>
              <a:rPr lang="en-ID" sz="3000" dirty="0"/>
              <a:t> </a:t>
            </a:r>
            <a:r>
              <a:rPr lang="en-ID" sz="3000" dirty="0" err="1"/>
              <a:t>hipotesis</a:t>
            </a:r>
            <a:r>
              <a:rPr lang="en-ID" sz="3000" dirty="0"/>
              <a:t> yang </a:t>
            </a:r>
            <a:r>
              <a:rPr lang="en-ID" sz="3000" dirty="0" err="1"/>
              <a:t>sudah</a:t>
            </a:r>
            <a:r>
              <a:rPr lang="en-ID" sz="3000" dirty="0"/>
              <a:t> </a:t>
            </a:r>
            <a:r>
              <a:rPr lang="en-ID" sz="3000" dirty="0" err="1"/>
              <a:t>ada</a:t>
            </a:r>
            <a:r>
              <a:rPr lang="en-ID" dirty="0"/>
              <a:t>. 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30817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EC25-C24B-4C5F-B52D-FFBF3C8C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66DA-9AF2-9F9B-BDAD-EA3E5EEF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logika</a:t>
            </a:r>
            <a:r>
              <a:rPr lang="en-US" b="1" dirty="0"/>
              <a:t> </a:t>
            </a:r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latar</a:t>
            </a:r>
            <a:r>
              <a:rPr lang="en-US" b="1" dirty="0"/>
              <a:t> </a:t>
            </a:r>
            <a:r>
              <a:rPr lang="en-US" b="1" dirty="0" err="1"/>
              <a:t>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111A-662A-2527-B0D4-40D9AC1F8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095005" cy="1796349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Logika </a:t>
            </a:r>
            <a:r>
              <a:rPr lang="en-US" sz="3000" dirty="0" err="1"/>
              <a:t>Induktif</a:t>
            </a: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38733-ACC1-2E51-CD8F-3D827322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577" y="1399282"/>
            <a:ext cx="9096498" cy="509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09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8D49-3993-4A7A-4D69-7287CF4E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KERANGKA LATAR BELAKANG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CFE6-CCEF-E3AB-5A17-96C3479A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FENOMENA UMUM + DATA (FENOMENA DASAR DALAM PENELITIAN DAN DATA YANG VALID)</a:t>
            </a:r>
          </a:p>
          <a:p>
            <a:r>
              <a:rPr lang="en-US" dirty="0"/>
              <a:t>FENOMENA SPESIFIK (PERMASALAHAN SPESIFIK YANG DITELITI)</a:t>
            </a:r>
          </a:p>
          <a:p>
            <a:r>
              <a:rPr lang="en-US" dirty="0"/>
              <a:t>URGENSI PENELITIAN  (PENTINGNYA PENELITIAN)</a:t>
            </a:r>
          </a:p>
          <a:p>
            <a:r>
              <a:rPr lang="en-US" dirty="0"/>
              <a:t>RESEARCH GAPS (JELASKAN YANG MENJADI KEKURANGAN PENELITIAN TERDAHULU TERKAIT TOPIK ANDA)</a:t>
            </a:r>
          </a:p>
          <a:p>
            <a:r>
              <a:rPr lang="en-US" dirty="0"/>
              <a:t>NOVELTY (HAL BARU/UNIK YANG DITAWARKAN DALAM PENELITIAN INI)</a:t>
            </a:r>
          </a:p>
          <a:p>
            <a:r>
              <a:rPr lang="en-US" dirty="0"/>
              <a:t>TEORI SINGKAT (TEORI UTAMA TTG ALASAN DITAWARKAN)</a:t>
            </a:r>
          </a:p>
          <a:p>
            <a:r>
              <a:rPr lang="en-US" dirty="0"/>
              <a:t>PENEGASAN(TUJUAN &amp; FOKUS PENELITIAN YANG INGIN DICAPAI)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60486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419A-DB41-D160-C2EB-9EC4FC87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CONTOH MEMBUAT LATAR BELAKANG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49CF8-7131-A737-E3AA-CE1F737DA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171" y="1534801"/>
            <a:ext cx="11441657" cy="407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22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3756-C9D8-865E-3229-728312D5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EE3009D-F5E1-EE10-5417-2FA9BC7C1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375" y="516323"/>
            <a:ext cx="10549933" cy="2044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2439A2-E654-B632-E9D1-24E47F4EE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75" y="2561078"/>
            <a:ext cx="10462133" cy="34831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5ADF67C-1265-7EF3-2AA2-3497734825B1}"/>
                  </a:ext>
                </a:extLst>
              </p14:cNvPr>
              <p14:cNvContentPartPr/>
              <p14:nvPr/>
            </p14:nvContentPartPr>
            <p14:xfrm>
              <a:off x="1828865" y="1021039"/>
              <a:ext cx="202320" cy="83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5ADF67C-1265-7EF3-2AA2-3497734825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4865" y="913039"/>
                <a:ext cx="3099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D831109-6A46-C6CC-2A54-DD61C76B531E}"/>
                  </a:ext>
                </a:extLst>
              </p14:cNvPr>
              <p14:cNvContentPartPr/>
              <p14:nvPr/>
            </p14:nvContentPartPr>
            <p14:xfrm flipH="1">
              <a:off x="1115705" y="1222999"/>
              <a:ext cx="9869040" cy="385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D831109-6A46-C6CC-2A54-DD61C76B53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1025679" y="1043359"/>
                <a:ext cx="10048732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1E75D6F-B2EA-A837-64B0-CD139C607539}"/>
                  </a:ext>
                </a:extLst>
              </p14:cNvPr>
              <p14:cNvContentPartPr/>
              <p14:nvPr/>
            </p14:nvContentPartPr>
            <p14:xfrm>
              <a:off x="1792865" y="1140199"/>
              <a:ext cx="93585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1E75D6F-B2EA-A837-64B0-CD139C6075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03225" y="780199"/>
                <a:ext cx="953820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BE4788B-16D5-8125-1403-31FE6A7A0CF1}"/>
                  </a:ext>
                </a:extLst>
              </p14:cNvPr>
              <p14:cNvContentPartPr/>
              <p14:nvPr/>
            </p14:nvContentPartPr>
            <p14:xfrm>
              <a:off x="902585" y="1355839"/>
              <a:ext cx="6172200" cy="344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BE4788B-16D5-8125-1403-31FE6A7A0C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2585" y="1176199"/>
                <a:ext cx="6351840" cy="7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7E29271-BCC9-C637-F463-CC7D7F1680A0}"/>
                  </a:ext>
                </a:extLst>
              </p14:cNvPr>
              <p14:cNvContentPartPr/>
              <p14:nvPr/>
            </p14:nvContentPartPr>
            <p14:xfrm>
              <a:off x="914465" y="1704319"/>
              <a:ext cx="5092560" cy="339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7E29271-BCC9-C637-F463-CC7D7F1680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4825" y="1524679"/>
                <a:ext cx="527220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40E28EC-5D11-9C98-AF6D-E7F58BFCBD71}"/>
                  </a:ext>
                </a:extLst>
              </p14:cNvPr>
              <p14:cNvContentPartPr/>
              <p14:nvPr/>
            </p14:nvContentPartPr>
            <p14:xfrm>
              <a:off x="2790065" y="1625479"/>
              <a:ext cx="8419680" cy="416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40E28EC-5D11-9C98-AF6D-E7F58BFCBD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00425" y="1445479"/>
                <a:ext cx="8599320" cy="77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B6119D3-CE7B-38C2-71A0-6680C0AFE92C}"/>
                  </a:ext>
                </a:extLst>
              </p14:cNvPr>
              <p14:cNvContentPartPr/>
              <p14:nvPr/>
            </p14:nvContentPartPr>
            <p14:xfrm>
              <a:off x="985385" y="1823839"/>
              <a:ext cx="4674240" cy="411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B6119D3-CE7B-38C2-71A0-6680C0AFE9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5385" y="1643839"/>
                <a:ext cx="485388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0ABDEFC-418B-5A83-4615-D8721D9B19E4}"/>
                  </a:ext>
                </a:extLst>
              </p14:cNvPr>
              <p14:cNvContentPartPr/>
              <p14:nvPr/>
            </p14:nvContentPartPr>
            <p14:xfrm>
              <a:off x="1009505" y="1892239"/>
              <a:ext cx="4267440" cy="471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0ABDEFC-418B-5A83-4615-D8721D9B19E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9505" y="1712239"/>
                <a:ext cx="4447080" cy="83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181E808-E04D-6ABE-DDED-7CFEF806CDC6}"/>
                  </a:ext>
                </a:extLst>
              </p14:cNvPr>
              <p14:cNvContentPartPr/>
              <p14:nvPr/>
            </p14:nvContentPartPr>
            <p14:xfrm>
              <a:off x="1252865" y="1542679"/>
              <a:ext cx="8579520" cy="737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181E808-E04D-6ABE-DDED-7CFEF806CDC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3225" y="1363039"/>
                <a:ext cx="8759160" cy="10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8333C14-E4B3-E49C-6B4B-A8D7A349A9D0}"/>
                  </a:ext>
                </a:extLst>
              </p14:cNvPr>
              <p14:cNvContentPartPr/>
              <p14:nvPr/>
            </p14:nvContentPartPr>
            <p14:xfrm>
              <a:off x="878825" y="2423239"/>
              <a:ext cx="4867920" cy="651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8333C14-E4B3-E49C-6B4B-A8D7A349A9D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9185" y="2243239"/>
                <a:ext cx="5047560" cy="10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57C5888-B9FD-BD16-62FA-2EFF74F78348}"/>
                  </a:ext>
                </a:extLst>
              </p14:cNvPr>
              <p14:cNvContentPartPr/>
              <p14:nvPr/>
            </p14:nvContentPartPr>
            <p14:xfrm>
              <a:off x="1448345" y="2364559"/>
              <a:ext cx="4223160" cy="361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57C5888-B9FD-BD16-62FA-2EFF74F7834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58705" y="2184559"/>
                <a:ext cx="440280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E9ECC39-0866-623F-4B49-7C3F0F3CB8BB}"/>
                  </a:ext>
                </a:extLst>
              </p14:cNvPr>
              <p14:cNvContentPartPr/>
              <p14:nvPr/>
            </p14:nvContentPartPr>
            <p14:xfrm>
              <a:off x="1650305" y="2381119"/>
              <a:ext cx="4287240" cy="37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E9ECC39-0866-623F-4B49-7C3F0F3CB8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60665" y="2201479"/>
                <a:ext cx="446688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D6C913C-505B-DE98-33D2-4B6B703C93D9}"/>
                  </a:ext>
                </a:extLst>
              </p14:cNvPr>
              <p14:cNvContentPartPr/>
              <p14:nvPr/>
            </p14:nvContentPartPr>
            <p14:xfrm>
              <a:off x="3229985" y="2266639"/>
              <a:ext cx="2390040" cy="155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D6C913C-505B-DE98-33D2-4B6B703C93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39985" y="2086999"/>
                <a:ext cx="256968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0C936EF-3E40-901B-C92E-C3E18928FB99}"/>
                  </a:ext>
                </a:extLst>
              </p14:cNvPr>
              <p14:cNvContentPartPr/>
              <p14:nvPr/>
            </p14:nvContentPartPr>
            <p14:xfrm>
              <a:off x="985385" y="2577319"/>
              <a:ext cx="4684680" cy="538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0C936EF-3E40-901B-C92E-C3E18928FB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5385" y="2397679"/>
                <a:ext cx="4864320" cy="89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345A11-E74A-C114-EFEA-5B6D1CCEDD4B}"/>
                  </a:ext>
                </a:extLst>
              </p14:cNvPr>
              <p14:cNvContentPartPr/>
              <p14:nvPr/>
            </p14:nvContentPartPr>
            <p14:xfrm>
              <a:off x="2362745" y="2437999"/>
              <a:ext cx="1261440" cy="447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345A11-E74A-C114-EFEA-5B6D1CCEDD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72745" y="2258359"/>
                <a:ext cx="1441080" cy="80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E31ABF-9715-0191-5929-953B71E82935}"/>
                  </a:ext>
                </a:extLst>
              </p14:cNvPr>
              <p14:cNvContentPartPr/>
              <p14:nvPr/>
            </p14:nvContentPartPr>
            <p14:xfrm>
              <a:off x="2505305" y="2604319"/>
              <a:ext cx="1330920" cy="281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E31ABF-9715-0191-5929-953B71E829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15665" y="2424319"/>
                <a:ext cx="151056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8F370B2-A186-8777-9894-46BBDAB21177}"/>
                  </a:ext>
                </a:extLst>
              </p14:cNvPr>
              <p14:cNvContentPartPr/>
              <p14:nvPr/>
            </p14:nvContentPartPr>
            <p14:xfrm>
              <a:off x="925985" y="2967559"/>
              <a:ext cx="4779360" cy="397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8F370B2-A186-8777-9894-46BBDAB2117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5985" y="2787919"/>
                <a:ext cx="4959000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FFA7498-6386-CBFD-9B09-CBD8E154AD08}"/>
                  </a:ext>
                </a:extLst>
              </p14:cNvPr>
              <p14:cNvContentPartPr/>
              <p14:nvPr/>
            </p14:nvContentPartPr>
            <p14:xfrm>
              <a:off x="1080065" y="3129559"/>
              <a:ext cx="3515400" cy="302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FFA7498-6386-CBFD-9B09-CBD8E154AD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0425" y="2949919"/>
                <a:ext cx="369504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2518BF-9F47-5351-2237-2E3857E85101}"/>
                  </a:ext>
                </a:extLst>
              </p14:cNvPr>
              <p14:cNvContentPartPr/>
              <p14:nvPr/>
            </p14:nvContentPartPr>
            <p14:xfrm>
              <a:off x="961625" y="3302719"/>
              <a:ext cx="5289480" cy="361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2518BF-9F47-5351-2237-2E3857E8510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1985" y="3123079"/>
                <a:ext cx="546912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85E031-2410-8E5D-3794-AABA0799975C}"/>
                  </a:ext>
                </a:extLst>
              </p14:cNvPr>
              <p14:cNvContentPartPr/>
              <p14:nvPr/>
            </p14:nvContentPartPr>
            <p14:xfrm>
              <a:off x="949385" y="3641839"/>
              <a:ext cx="5366880" cy="383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85E031-2410-8E5D-3794-AABA079997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9745" y="3461839"/>
                <a:ext cx="5546520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520547A-83F5-6A69-6AA7-462FC1D98446}"/>
                  </a:ext>
                </a:extLst>
              </p14:cNvPr>
              <p14:cNvContentPartPr/>
              <p14:nvPr/>
            </p14:nvContentPartPr>
            <p14:xfrm>
              <a:off x="3194345" y="3406759"/>
              <a:ext cx="2991960" cy="453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520547A-83F5-6A69-6AA7-462FC1D9844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04345" y="3226759"/>
                <a:ext cx="3171600" cy="8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181C74-A4FB-1D0A-F9C1-A2028C53942A}"/>
                  </a:ext>
                </a:extLst>
              </p14:cNvPr>
              <p14:cNvContentPartPr/>
              <p14:nvPr/>
            </p14:nvContentPartPr>
            <p14:xfrm>
              <a:off x="985385" y="3832279"/>
              <a:ext cx="5217120" cy="5353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181C74-A4FB-1D0A-F9C1-A2028C53942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5385" y="3652639"/>
                <a:ext cx="5396760" cy="89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E948E8B-217A-27A6-1A9C-2D6ADAEDC77D}"/>
                  </a:ext>
                </a:extLst>
              </p14:cNvPr>
              <p14:cNvContentPartPr/>
              <p14:nvPr/>
            </p14:nvContentPartPr>
            <p14:xfrm>
              <a:off x="1115705" y="4108039"/>
              <a:ext cx="5123880" cy="535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E948E8B-217A-27A6-1A9C-2D6ADAEDC77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6065" y="3928039"/>
                <a:ext cx="53035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111736B-F5C6-1169-0C39-AE12B1AA6E21}"/>
                  </a:ext>
                </a:extLst>
              </p14:cNvPr>
              <p14:cNvContentPartPr/>
              <p14:nvPr/>
            </p14:nvContentPartPr>
            <p14:xfrm>
              <a:off x="1045145" y="4250239"/>
              <a:ext cx="5544720" cy="5263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111736B-F5C6-1169-0C39-AE12B1AA6E2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5505" y="4070239"/>
                <a:ext cx="5724360" cy="8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B5DF9C0-7F2B-E54C-0EB9-7587D582F7BD}"/>
                  </a:ext>
                </a:extLst>
              </p14:cNvPr>
              <p14:cNvContentPartPr/>
              <p14:nvPr/>
            </p14:nvContentPartPr>
            <p14:xfrm>
              <a:off x="1127945" y="4567759"/>
              <a:ext cx="4553640" cy="360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B5DF9C0-7F2B-E54C-0EB9-7587D582F7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8305" y="4387759"/>
                <a:ext cx="473328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9EAE570-654C-74E1-61F9-9423C0F0B571}"/>
                  </a:ext>
                </a:extLst>
              </p14:cNvPr>
              <p14:cNvContentPartPr/>
              <p14:nvPr/>
            </p14:nvContentPartPr>
            <p14:xfrm>
              <a:off x="949385" y="4873039"/>
              <a:ext cx="2193120" cy="2692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9EAE570-654C-74E1-61F9-9423C0F0B5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9745" y="4693039"/>
                <a:ext cx="237276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E748097-5E2D-8B08-0788-0E1EBF83130B}"/>
                  </a:ext>
                </a:extLst>
              </p14:cNvPr>
              <p14:cNvContentPartPr/>
              <p14:nvPr/>
            </p14:nvContentPartPr>
            <p14:xfrm>
              <a:off x="1840385" y="4963039"/>
              <a:ext cx="3400200" cy="143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E748097-5E2D-8B08-0788-0E1EBF8313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50385" y="4783399"/>
                <a:ext cx="357984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2808C78-2478-C206-16F4-BD5F75EE79AF}"/>
                  </a:ext>
                </a:extLst>
              </p14:cNvPr>
              <p14:cNvContentPartPr/>
              <p14:nvPr/>
            </p14:nvContentPartPr>
            <p14:xfrm>
              <a:off x="5890025" y="2517559"/>
              <a:ext cx="4599360" cy="300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2808C78-2478-C206-16F4-BD5F75EE79A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00025" y="2337919"/>
                <a:ext cx="477900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5BB795B-EAEA-8996-5ED5-A1780A8D0AE3}"/>
                  </a:ext>
                </a:extLst>
              </p14:cNvPr>
              <p14:cNvContentPartPr/>
              <p14:nvPr/>
            </p14:nvContentPartPr>
            <p14:xfrm>
              <a:off x="7148945" y="2336479"/>
              <a:ext cx="3477600" cy="157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5BB795B-EAEA-8996-5ED5-A1780A8D0AE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58945" y="2156839"/>
                <a:ext cx="365724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00B69FC-1AC8-DB25-D0CF-AE3764E7549E}"/>
                  </a:ext>
                </a:extLst>
              </p14:cNvPr>
              <p14:cNvContentPartPr/>
              <p14:nvPr/>
            </p14:nvContentPartPr>
            <p14:xfrm>
              <a:off x="8585705" y="2020039"/>
              <a:ext cx="2187360" cy="425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00B69FC-1AC8-DB25-D0CF-AE3764E7549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95705" y="1840039"/>
                <a:ext cx="2367000" cy="7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0059AE3-EC58-E384-7CCA-9DBCAB9423C1}"/>
                  </a:ext>
                </a:extLst>
              </p14:cNvPr>
              <p14:cNvContentPartPr/>
              <p14:nvPr/>
            </p14:nvContentPartPr>
            <p14:xfrm>
              <a:off x="9820505" y="1962439"/>
              <a:ext cx="1329480" cy="464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0059AE3-EC58-E384-7CCA-9DBCAB9423C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30505" y="1782439"/>
                <a:ext cx="1509120" cy="8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DCB0114-0279-344A-B86C-363DF3E59D80}"/>
                  </a:ext>
                </a:extLst>
              </p14:cNvPr>
              <p14:cNvContentPartPr/>
              <p14:nvPr/>
            </p14:nvContentPartPr>
            <p14:xfrm>
              <a:off x="5046905" y="2841199"/>
              <a:ext cx="4290480" cy="2822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DCB0114-0279-344A-B86C-363DF3E59D8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57265" y="2661559"/>
                <a:ext cx="4470120" cy="6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D85472C-91A5-E7B3-968B-C4F369077707}"/>
                  </a:ext>
                </a:extLst>
              </p14:cNvPr>
              <p14:cNvContentPartPr/>
              <p14:nvPr/>
            </p14:nvContentPartPr>
            <p14:xfrm>
              <a:off x="4963385" y="2750119"/>
              <a:ext cx="4350600" cy="199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D85472C-91A5-E7B3-968B-C4F36907770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873745" y="2570119"/>
                <a:ext cx="453024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70CD5F5-F6E2-6522-CA75-2237C4562519}"/>
                  </a:ext>
                </a:extLst>
              </p14:cNvPr>
              <p14:cNvContentPartPr/>
              <p14:nvPr/>
            </p14:nvContentPartPr>
            <p14:xfrm>
              <a:off x="5807225" y="3047479"/>
              <a:ext cx="4490280" cy="301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70CD5F5-F6E2-6522-CA75-2237C45625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17225" y="2867839"/>
                <a:ext cx="466992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C533BC6-4AAC-3826-D380-B86AD06C2369}"/>
                  </a:ext>
                </a:extLst>
              </p14:cNvPr>
              <p14:cNvContentPartPr/>
              <p14:nvPr/>
            </p14:nvContentPartPr>
            <p14:xfrm>
              <a:off x="5782745" y="3232159"/>
              <a:ext cx="4299120" cy="353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C533BC6-4AAC-3826-D380-B86AD06C236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93105" y="3052519"/>
                <a:ext cx="447876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4759513-B8EC-8348-0942-FBC03C9350A2}"/>
                  </a:ext>
                </a:extLst>
              </p14:cNvPr>
              <p14:cNvContentPartPr/>
              <p14:nvPr/>
            </p14:nvContentPartPr>
            <p14:xfrm>
              <a:off x="6020705" y="3330439"/>
              <a:ext cx="4821840" cy="742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4759513-B8EC-8348-0942-FBC03C9350A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30705" y="3150799"/>
                <a:ext cx="5001480" cy="11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19E7E7A-0E23-CDBD-74BC-8ECEBB2546BB}"/>
                  </a:ext>
                </a:extLst>
              </p14:cNvPr>
              <p14:cNvContentPartPr/>
              <p14:nvPr/>
            </p14:nvContentPartPr>
            <p14:xfrm>
              <a:off x="6341105" y="3219919"/>
              <a:ext cx="4192920" cy="520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19E7E7A-0E23-CDBD-74BC-8ECEBB2546B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251105" y="3040279"/>
                <a:ext cx="4372560" cy="8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290B64B-402B-7A46-8E4A-A868E7D1A403}"/>
                  </a:ext>
                </a:extLst>
              </p14:cNvPr>
              <p14:cNvContentPartPr/>
              <p14:nvPr/>
            </p14:nvContentPartPr>
            <p14:xfrm>
              <a:off x="7968305" y="2766679"/>
              <a:ext cx="3354480" cy="438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290B64B-402B-7A46-8E4A-A868E7D1A40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878305" y="2587039"/>
                <a:ext cx="353412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B4989D6-8ED2-F1DC-7E88-CF9C0DAB28ED}"/>
                  </a:ext>
                </a:extLst>
              </p14:cNvPr>
              <p14:cNvContentPartPr/>
              <p14:nvPr/>
            </p14:nvContentPartPr>
            <p14:xfrm>
              <a:off x="11324225" y="3196519"/>
              <a:ext cx="16920" cy="21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B4989D6-8ED2-F1DC-7E88-CF9C0DAB28E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234585" y="3016879"/>
                <a:ext cx="19656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86C3DB0-B2FE-1E2E-2E45-8808DBBA0315}"/>
                  </a:ext>
                </a:extLst>
              </p14:cNvPr>
              <p14:cNvContentPartPr/>
              <p14:nvPr/>
            </p14:nvContentPartPr>
            <p14:xfrm>
              <a:off x="9832385" y="2826079"/>
              <a:ext cx="1151280" cy="144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86C3DB0-B2FE-1E2E-2E45-8808DBBA031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42745" y="2646079"/>
                <a:ext cx="133092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D74A38D-1A63-BA8A-4F10-CAB73B766EDD}"/>
                  </a:ext>
                </a:extLst>
              </p14:cNvPr>
              <p14:cNvContentPartPr/>
              <p14:nvPr/>
            </p14:nvContentPartPr>
            <p14:xfrm>
              <a:off x="10331345" y="2612239"/>
              <a:ext cx="623880" cy="73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D74A38D-1A63-BA8A-4F10-CAB73B766ED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41705" y="2432239"/>
                <a:ext cx="80352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8DEBAFA-E976-0895-AA7B-1B3DDE7426A7}"/>
                  </a:ext>
                </a:extLst>
              </p14:cNvPr>
              <p14:cNvContentPartPr/>
              <p14:nvPr/>
            </p14:nvContentPartPr>
            <p14:xfrm>
              <a:off x="5712185" y="3691159"/>
              <a:ext cx="5748480" cy="821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8DEBAFA-E976-0895-AA7B-1B3DDE7426A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622185" y="3511519"/>
                <a:ext cx="5928120" cy="11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82F2041-4E32-C08B-39AC-149C06E79615}"/>
                  </a:ext>
                </a:extLst>
              </p14:cNvPr>
              <p14:cNvContentPartPr/>
              <p14:nvPr/>
            </p14:nvContentPartPr>
            <p14:xfrm>
              <a:off x="7362425" y="4426279"/>
              <a:ext cx="2979720" cy="1936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82F2041-4E32-C08B-39AC-149C06E7961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272425" y="4246279"/>
                <a:ext cx="315936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D32BCA3-D726-DE56-1812-7CB48C57DDC3}"/>
                  </a:ext>
                </a:extLst>
              </p14:cNvPr>
              <p14:cNvContentPartPr/>
              <p14:nvPr/>
            </p14:nvContentPartPr>
            <p14:xfrm>
              <a:off x="7908905" y="3778279"/>
              <a:ext cx="3311280" cy="556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D32BCA3-D726-DE56-1812-7CB48C57DDC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819265" y="3598639"/>
                <a:ext cx="3490920" cy="9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663DCE2-A9FD-0FEA-B3A0-A8BF3859F05A}"/>
                  </a:ext>
                </a:extLst>
              </p14:cNvPr>
              <p14:cNvContentPartPr/>
              <p14:nvPr/>
            </p14:nvContentPartPr>
            <p14:xfrm>
              <a:off x="8930225" y="4087879"/>
              <a:ext cx="1693440" cy="107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663DCE2-A9FD-0FEA-B3A0-A8BF3859F05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40585" y="3907879"/>
                <a:ext cx="187308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0A39D06-1A8B-E69B-48A6-F87F4E678A7F}"/>
                  </a:ext>
                </a:extLst>
              </p14:cNvPr>
              <p14:cNvContentPartPr/>
              <p14:nvPr/>
            </p14:nvContentPartPr>
            <p14:xfrm>
              <a:off x="9678305" y="4310719"/>
              <a:ext cx="1730520" cy="142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0A39D06-1A8B-E69B-48A6-F87F4E678A7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588665" y="4131079"/>
                <a:ext cx="191016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C668F74-2DC9-DEC3-D87E-EB5549579289}"/>
                  </a:ext>
                </a:extLst>
              </p14:cNvPr>
              <p14:cNvContentPartPr/>
              <p14:nvPr/>
            </p14:nvContentPartPr>
            <p14:xfrm>
              <a:off x="10343585" y="4084639"/>
              <a:ext cx="810720" cy="1681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C668F74-2DC9-DEC3-D87E-EB554957928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53585" y="3904999"/>
                <a:ext cx="99036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25EA9C9-86BD-4C84-56A7-7D93A2A4FAF1}"/>
                  </a:ext>
                </a:extLst>
              </p14:cNvPr>
              <p14:cNvContentPartPr/>
              <p14:nvPr/>
            </p14:nvContentPartPr>
            <p14:xfrm>
              <a:off x="10604945" y="3633559"/>
              <a:ext cx="565560" cy="720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25EA9C9-86BD-4C84-56A7-7D93A2A4FAF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514945" y="3453919"/>
                <a:ext cx="74520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1B46984-E340-6B3A-D988-A18AC8E48D9D}"/>
                  </a:ext>
                </a:extLst>
              </p14:cNvPr>
              <p14:cNvContentPartPr/>
              <p14:nvPr/>
            </p14:nvContentPartPr>
            <p14:xfrm>
              <a:off x="10901585" y="3431959"/>
              <a:ext cx="261000" cy="24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1B46984-E340-6B3A-D988-A18AC8E48D9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11945" y="3252319"/>
                <a:ext cx="44064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C5D5B99-3EC0-A383-6859-A49C0FC87F56}"/>
                  </a:ext>
                </a:extLst>
              </p14:cNvPr>
              <p14:cNvContentPartPr/>
              <p14:nvPr/>
            </p14:nvContentPartPr>
            <p14:xfrm>
              <a:off x="11150705" y="2778919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C5D5B99-3EC0-A383-6859-A49C0FC87F5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061065" y="2598919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EEED8D4-C518-9B2B-2712-6BECF2426E13}"/>
                  </a:ext>
                </a:extLst>
              </p14:cNvPr>
              <p14:cNvContentPartPr/>
              <p14:nvPr/>
            </p14:nvContentPartPr>
            <p14:xfrm>
              <a:off x="11233505" y="1258639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EEED8D4-C518-9B2B-2712-6BECF2426E1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143865" y="1078999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B934108-98A0-5278-20A4-CFAAEDD713F1}"/>
                  </a:ext>
                </a:extLst>
              </p14:cNvPr>
              <p14:cNvContentPartPr/>
              <p14:nvPr/>
            </p14:nvContentPartPr>
            <p14:xfrm>
              <a:off x="4358225" y="4678999"/>
              <a:ext cx="68400" cy="11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B934108-98A0-5278-20A4-CFAAEDD713F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268585" y="4498999"/>
                <a:ext cx="2480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D609409-92A0-8436-B94E-A3B3C03F775C}"/>
                  </a:ext>
                </a:extLst>
              </p14:cNvPr>
              <p14:cNvContentPartPr/>
              <p14:nvPr/>
            </p14:nvContentPartPr>
            <p14:xfrm>
              <a:off x="4560185" y="4230439"/>
              <a:ext cx="3292560" cy="4600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D609409-92A0-8436-B94E-A3B3C03F775C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470545" y="4050799"/>
                <a:ext cx="347220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B61ABEF-8CF1-2DDF-3A9C-5E38A2D13E81}"/>
                  </a:ext>
                </a:extLst>
              </p14:cNvPr>
              <p14:cNvContentPartPr/>
              <p14:nvPr/>
            </p14:nvContentPartPr>
            <p14:xfrm>
              <a:off x="5284505" y="4797439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B61ABEF-8CF1-2DDF-3A9C-5E38A2D13E8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194865" y="4617439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584349C-0665-913B-F495-AA236E1C1DDA}"/>
                  </a:ext>
                </a:extLst>
              </p14:cNvPr>
              <p14:cNvContentPartPr/>
              <p14:nvPr/>
            </p14:nvContentPartPr>
            <p14:xfrm>
              <a:off x="5510225" y="4833079"/>
              <a:ext cx="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584349C-0665-913B-F495-AA236E1C1DD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20225" y="4653079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8DB3B11-BC79-EB74-92AE-77D5B1C64669}"/>
                  </a:ext>
                </a:extLst>
              </p14:cNvPr>
              <p14:cNvContentPartPr/>
              <p14:nvPr/>
            </p14:nvContentPartPr>
            <p14:xfrm>
              <a:off x="6352985" y="4654519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8DB3B11-BC79-EB74-92AE-77D5B1C6466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263345" y="4474879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B2027F3-F40B-61B5-63F4-8A631D0BE286}"/>
                  </a:ext>
                </a:extLst>
              </p14:cNvPr>
              <p14:cNvContentPartPr/>
              <p14:nvPr/>
            </p14:nvContentPartPr>
            <p14:xfrm>
              <a:off x="6056345" y="4362199"/>
              <a:ext cx="1442520" cy="303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B2027F3-F40B-61B5-63F4-8A631D0BE28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966345" y="4182199"/>
                <a:ext cx="162216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A31E318-F989-3F2A-C423-E5FD0EE14D58}"/>
                  </a:ext>
                </a:extLst>
              </p14:cNvPr>
              <p14:cNvContentPartPr/>
              <p14:nvPr/>
            </p14:nvContentPartPr>
            <p14:xfrm>
              <a:off x="5676905" y="4563799"/>
              <a:ext cx="3322080" cy="163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A31E318-F989-3F2A-C423-E5FD0EE14D5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86905" y="4383799"/>
                <a:ext cx="350172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3F8AFD2-FEC8-6AF1-C99C-2FB5651F3CFB}"/>
                  </a:ext>
                </a:extLst>
              </p14:cNvPr>
              <p14:cNvContentPartPr/>
              <p14:nvPr/>
            </p14:nvContentPartPr>
            <p14:xfrm>
              <a:off x="5771585" y="4502599"/>
              <a:ext cx="5672880" cy="295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3F8AFD2-FEC8-6AF1-C99C-2FB5651F3CF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681585" y="4322599"/>
                <a:ext cx="585252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16D87A3-EABE-DCEC-B67B-0FB5A14614B8}"/>
                  </a:ext>
                </a:extLst>
              </p14:cNvPr>
              <p14:cNvContentPartPr/>
              <p14:nvPr/>
            </p14:nvContentPartPr>
            <p14:xfrm>
              <a:off x="5557385" y="5059519"/>
              <a:ext cx="5689800" cy="237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16D87A3-EABE-DCEC-B67B-0FB5A14614B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467385" y="4879879"/>
                <a:ext cx="586944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91E726A-B83E-20AA-BA02-971915AD9D3C}"/>
                  </a:ext>
                </a:extLst>
              </p14:cNvPr>
              <p14:cNvContentPartPr/>
              <p14:nvPr/>
            </p14:nvContentPartPr>
            <p14:xfrm>
              <a:off x="982145" y="5429239"/>
              <a:ext cx="6223680" cy="663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91E726A-B83E-20AA-BA02-971915AD9D3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92145" y="5249239"/>
                <a:ext cx="6403320" cy="10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0A07826-D0C7-9688-C61C-70ACA6B408ED}"/>
                  </a:ext>
                </a:extLst>
              </p14:cNvPr>
              <p14:cNvContentPartPr/>
              <p14:nvPr/>
            </p14:nvContentPartPr>
            <p14:xfrm>
              <a:off x="2624105" y="5224759"/>
              <a:ext cx="8461800" cy="963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0A07826-D0C7-9688-C61C-70ACA6B408E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534105" y="5045119"/>
                <a:ext cx="8641440" cy="13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94CB60F-DC99-A20C-2D04-0791CDD93069}"/>
                  </a:ext>
                </a:extLst>
              </p14:cNvPr>
              <p14:cNvContentPartPr/>
              <p14:nvPr/>
            </p14:nvContentPartPr>
            <p14:xfrm>
              <a:off x="9083225" y="5141959"/>
              <a:ext cx="37080" cy="5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94CB60F-DC99-A20C-2D04-0791CDD9306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993585" y="4962319"/>
                <a:ext cx="2167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68EC84A-73CD-C3CF-33A7-EF05DBFC8D29}"/>
                  </a:ext>
                </a:extLst>
              </p14:cNvPr>
              <p14:cNvContentPartPr/>
              <p14:nvPr/>
            </p14:nvContentPartPr>
            <p14:xfrm>
              <a:off x="10497665" y="5252839"/>
              <a:ext cx="958680" cy="496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68EC84A-73CD-C3CF-33A7-EF05DBFC8D2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408025" y="5073199"/>
                <a:ext cx="113832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D1B6608-F25F-2316-CF17-4432F5F0A1D3}"/>
                  </a:ext>
                </a:extLst>
              </p14:cNvPr>
              <p14:cNvContentPartPr/>
              <p14:nvPr/>
            </p14:nvContentPartPr>
            <p14:xfrm>
              <a:off x="3033425" y="5413039"/>
              <a:ext cx="635400" cy="97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D1B6608-F25F-2316-CF17-4432F5F0A1D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43425" y="5233039"/>
                <a:ext cx="81504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517466F-9833-6CDA-FDA3-A2A75CC059D8}"/>
                  </a:ext>
                </a:extLst>
              </p14:cNvPr>
              <p14:cNvContentPartPr/>
              <p14:nvPr/>
            </p14:nvContentPartPr>
            <p14:xfrm>
              <a:off x="5886425" y="5961319"/>
              <a:ext cx="585720" cy="586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517466F-9833-6CDA-FDA3-A2A75CC059D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796425" y="5781679"/>
                <a:ext cx="76536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81C8806-31EA-3860-8048-C17B2103DC14}"/>
                  </a:ext>
                </a:extLst>
              </p14:cNvPr>
              <p14:cNvContentPartPr/>
              <p14:nvPr/>
            </p14:nvContentPartPr>
            <p14:xfrm>
              <a:off x="3776465" y="5914159"/>
              <a:ext cx="2791080" cy="316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81C8806-31EA-3860-8048-C17B2103DC1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86825" y="5734519"/>
                <a:ext cx="297072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9ADFDF9-5B77-A239-958D-C3CADB1A0F3B}"/>
                  </a:ext>
                </a:extLst>
              </p14:cNvPr>
              <p14:cNvContentPartPr/>
              <p14:nvPr/>
            </p14:nvContentPartPr>
            <p14:xfrm>
              <a:off x="1056665" y="6027919"/>
              <a:ext cx="3277080" cy="1594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9ADFDF9-5B77-A239-958D-C3CADB1A0F3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66665" y="5848279"/>
                <a:ext cx="3456720" cy="519120"/>
              </a:xfrm>
              <a:prstGeom prst="rect">
                <a:avLst/>
              </a:prstGeom>
            </p:spPr>
          </p:pic>
        </mc:Fallback>
      </mc:AlternateContent>
      <p:sp>
        <p:nvSpPr>
          <p:cNvPr id="90" name="Speech Bubble: Oval 89">
            <a:extLst>
              <a:ext uri="{FF2B5EF4-FFF2-40B4-BE49-F238E27FC236}">
                <a16:creationId xmlns:a16="http://schemas.microsoft.com/office/drawing/2014/main" id="{9DC2B962-1D26-74C6-A020-4894B1B02F02}"/>
              </a:ext>
            </a:extLst>
          </p:cNvPr>
          <p:cNvSpPr/>
          <p:nvPr/>
        </p:nvSpPr>
        <p:spPr>
          <a:xfrm>
            <a:off x="5746745" y="107363"/>
            <a:ext cx="3373560" cy="818912"/>
          </a:xfrm>
          <a:prstGeom prst="wedgeEllipseCallou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 err="1"/>
              <a:t>Fenomena</a:t>
            </a:r>
            <a:r>
              <a:rPr lang="en-US" sz="3000" dirty="0"/>
              <a:t> </a:t>
            </a:r>
            <a:endParaRPr lang="en-ID" sz="3000" dirty="0"/>
          </a:p>
        </p:txBody>
      </p:sp>
      <p:sp>
        <p:nvSpPr>
          <p:cNvPr id="92" name="Callout: Up Arrow 91">
            <a:extLst>
              <a:ext uri="{FF2B5EF4-FFF2-40B4-BE49-F238E27FC236}">
                <a16:creationId xmlns:a16="http://schemas.microsoft.com/office/drawing/2014/main" id="{F407498D-942E-FA89-B48E-E0BD79372385}"/>
              </a:ext>
            </a:extLst>
          </p:cNvPr>
          <p:cNvSpPr/>
          <p:nvPr/>
        </p:nvSpPr>
        <p:spPr>
          <a:xfrm>
            <a:off x="6937805" y="5921542"/>
            <a:ext cx="2229120" cy="838001"/>
          </a:xfrm>
          <a:prstGeom prst="upArrowCallou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Problem</a:t>
            </a:r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2726471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84EABD-5343-D127-5A36-8AF0DF4B0CE6}"/>
                  </a:ext>
                </a:extLst>
              </p14:cNvPr>
              <p14:cNvContentPartPr/>
              <p14:nvPr/>
            </p14:nvContentPartPr>
            <p14:xfrm>
              <a:off x="5996945" y="-58204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84EABD-5343-D127-5A36-8AF0DF4B0C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7305" y="-761681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971AD6F-40C8-E1F9-ABAD-EBD9C6847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19" y="1027906"/>
            <a:ext cx="10515599" cy="2698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AF96AB-545D-AEB4-7633-F9F91E8D6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4" y="3893017"/>
            <a:ext cx="10624350" cy="2827218"/>
          </a:xfrm>
          <a:prstGeom prst="rect">
            <a:avLst/>
          </a:prstGeom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E6B8AE8E-36BD-4BA9-5953-F2688B84E319}"/>
              </a:ext>
            </a:extLst>
          </p:cNvPr>
          <p:cNvSpPr/>
          <p:nvPr/>
        </p:nvSpPr>
        <p:spPr>
          <a:xfrm>
            <a:off x="6970815" y="43927"/>
            <a:ext cx="2968832" cy="961902"/>
          </a:xfrm>
          <a:prstGeom prst="wedgeEllipseCallou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</a:rPr>
              <a:t>Solusi yang </a:t>
            </a:r>
            <a:r>
              <a:rPr lang="en-US" sz="3000" dirty="0" err="1">
                <a:solidFill>
                  <a:schemeClr val="tx1"/>
                </a:solidFill>
              </a:rPr>
              <a:t>ditawarkan</a:t>
            </a:r>
            <a:endParaRPr lang="en-ID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988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9585CA-BEB3-1ECD-41AB-175BB5625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41" y="1291399"/>
            <a:ext cx="10487159" cy="2354325"/>
          </a:xfrm>
          <a:prstGeom prst="rect">
            <a:avLst/>
          </a:prstGeom>
        </p:spPr>
      </p:pic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E9423139-BAEF-35C0-2D9B-507812B1EEA1}"/>
              </a:ext>
            </a:extLst>
          </p:cNvPr>
          <p:cNvSpPr/>
          <p:nvPr/>
        </p:nvSpPr>
        <p:spPr>
          <a:xfrm>
            <a:off x="4750130" y="3645724"/>
            <a:ext cx="3372592" cy="1603170"/>
          </a:xfrm>
          <a:prstGeom prst="upArrowCallou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solidFill>
                  <a:schemeClr val="tx1"/>
                </a:solidFill>
              </a:rPr>
              <a:t>Spesifikasi</a:t>
            </a:r>
            <a:r>
              <a:rPr lang="en-US" sz="3000" dirty="0">
                <a:solidFill>
                  <a:schemeClr val="tx1"/>
                </a:solidFill>
              </a:rPr>
              <a:t> Solusi yang </a:t>
            </a:r>
            <a:r>
              <a:rPr lang="en-US" sz="3000" dirty="0" err="1">
                <a:solidFill>
                  <a:schemeClr val="tx1"/>
                </a:solidFill>
              </a:rPr>
              <a:t>ditawarkan</a:t>
            </a:r>
            <a:endParaRPr lang="en-ID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39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9A1B-F2F9-B126-7462-2E66DDD9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C73089-F13E-50DA-EB68-7B3598C4C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09" y="1920627"/>
            <a:ext cx="10833981" cy="4679692"/>
          </a:xfrm>
          <a:prstGeom prst="rect">
            <a:avLst/>
          </a:prstGeom>
        </p:spPr>
      </p:pic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1EC2B7A-A443-BC77-3FED-D5AA39532DE5}"/>
              </a:ext>
            </a:extLst>
          </p:cNvPr>
          <p:cNvSpPr/>
          <p:nvPr/>
        </p:nvSpPr>
        <p:spPr>
          <a:xfrm>
            <a:off x="5367510" y="365125"/>
            <a:ext cx="5165903" cy="1460500"/>
          </a:xfrm>
          <a:prstGeom prst="wedgeEllipseCallou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Goal </a:t>
            </a:r>
            <a:r>
              <a:rPr lang="en-US" sz="2500" dirty="0" err="1"/>
              <a:t>atau</a:t>
            </a:r>
            <a:r>
              <a:rPr lang="en-US" sz="2500" dirty="0"/>
              <a:t> objective </a:t>
            </a:r>
            <a:r>
              <a:rPr lang="en-US" sz="2500" dirty="0" err="1"/>
              <a:t>dari</a:t>
            </a:r>
            <a:r>
              <a:rPr lang="en-US" sz="2500" dirty="0"/>
              <a:t> </a:t>
            </a:r>
            <a:r>
              <a:rPr lang="en-US" sz="2500" dirty="0" err="1"/>
              <a:t>penelitian</a:t>
            </a:r>
            <a:r>
              <a:rPr lang="en-US" sz="2500" dirty="0"/>
              <a:t> dan </a:t>
            </a:r>
            <a:r>
              <a:rPr lang="en-US" sz="2500" dirty="0" err="1"/>
              <a:t>Pentingnya</a:t>
            </a:r>
            <a:r>
              <a:rPr lang="en-US" sz="2500" dirty="0"/>
              <a:t> </a:t>
            </a:r>
            <a:r>
              <a:rPr lang="en-US" sz="2500" dirty="0" err="1"/>
              <a:t>penelitian</a:t>
            </a:r>
            <a:r>
              <a:rPr lang="en-US" sz="2500" dirty="0"/>
              <a:t> </a:t>
            </a:r>
            <a:r>
              <a:rPr lang="en-US" sz="2500" dirty="0" err="1"/>
              <a:t>ini</a:t>
            </a:r>
            <a:endParaRPr lang="en-ID" sz="2500" dirty="0"/>
          </a:p>
        </p:txBody>
      </p:sp>
    </p:spTree>
    <p:extLst>
      <p:ext uri="{BB962C8B-B14F-4D97-AF65-F5344CB8AC3E}">
        <p14:creationId xmlns:p14="http://schemas.microsoft.com/office/powerpoint/2010/main" val="42721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750</Words>
  <Application>Microsoft Office PowerPoint</Application>
  <PresentationFormat>Widescreen</PresentationFormat>
  <Paragraphs>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PENULISAN PROPOSAL</vt:lpstr>
      <vt:lpstr>Tujuan</vt:lpstr>
      <vt:lpstr>Definisi</vt:lpstr>
      <vt:lpstr>Definisi</vt:lpstr>
      <vt:lpstr>Definisi</vt:lpstr>
      <vt:lpstr>Definisi</vt:lpstr>
      <vt:lpstr>POINT PENTING DALAM LATAR BELAKANG</vt:lpstr>
      <vt:lpstr>Type dalam logika berfikir dalam latar belakang</vt:lpstr>
      <vt:lpstr>Type dalam logika berfikir dalam latar belakang</vt:lpstr>
      <vt:lpstr>Type dalam logika berfikir dalam latar belakang</vt:lpstr>
      <vt:lpstr>Type dalam logika berfikir dalam latar belakang</vt:lpstr>
      <vt:lpstr>Type dalam logika berfikir dalam latar belakang</vt:lpstr>
      <vt:lpstr>Type dalam logika berfikir dalam latar belakang</vt:lpstr>
      <vt:lpstr>KERANGKA LATAR BELAKANG</vt:lpstr>
      <vt:lpstr>CONTOH MEMBUAT LATAR BELAKANG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Indri Ani</dc:creator>
  <cp:lastModifiedBy>Indri Ani</cp:lastModifiedBy>
  <cp:revision>15</cp:revision>
  <dcterms:created xsi:type="dcterms:W3CDTF">2025-09-27T08:26:00Z</dcterms:created>
  <dcterms:modified xsi:type="dcterms:W3CDTF">2026-09-14T13:21:49Z</dcterms:modified>
</cp:coreProperties>
</file>